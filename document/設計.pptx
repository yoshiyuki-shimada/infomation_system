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5" r:id="rId3"/>
    <p:sldId id="260" r:id="rId4"/>
    <p:sldId id="270" r:id="rId5"/>
    <p:sldId id="272" r:id="rId6"/>
    <p:sldId id="273" r:id="rId7"/>
    <p:sldId id="274" r:id="rId8"/>
    <p:sldId id="261" r:id="rId9"/>
    <p:sldId id="262" r:id="rId10"/>
    <p:sldId id="263" r:id="rId11"/>
    <p:sldId id="266" r:id="rId12"/>
    <p:sldId id="267" r:id="rId13"/>
    <p:sldId id="265" r:id="rId14"/>
    <p:sldId id="268" r:id="rId15"/>
    <p:sldId id="269" r:id="rId16"/>
    <p:sldId id="271" r:id="rId17"/>
    <p:sldId id="257" r:id="rId18"/>
    <p:sldId id="259" r:id="rId19"/>
    <p:sldId id="276" r:id="rId20"/>
    <p:sldId id="277" r:id="rId21"/>
    <p:sldId id="278" r:id="rId22"/>
    <p:sldId id="258" r:id="rId23"/>
    <p:sldId id="279" r:id="rId24"/>
    <p:sldId id="280" r:id="rId25"/>
    <p:sldId id="282" r:id="rId26"/>
    <p:sldId id="296" r:id="rId27"/>
    <p:sldId id="281" r:id="rId28"/>
    <p:sldId id="283" r:id="rId29"/>
    <p:sldId id="284" r:id="rId30"/>
    <p:sldId id="285" r:id="rId31"/>
    <p:sldId id="286" r:id="rId32"/>
    <p:sldId id="287" r:id="rId33"/>
    <p:sldId id="288" r:id="rId34"/>
    <p:sldId id="293" r:id="rId35"/>
    <p:sldId id="289" r:id="rId36"/>
    <p:sldId id="290" r:id="rId37"/>
    <p:sldId id="291" r:id="rId38"/>
    <p:sldId id="292" r:id="rId39"/>
    <p:sldId id="295" r:id="rId40"/>
    <p:sldId id="294"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E6EC"/>
    <a:srgbClr val="062563"/>
    <a:srgbClr val="FFE766"/>
    <a:srgbClr val="98F5E1"/>
    <a:srgbClr val="333333"/>
    <a:srgbClr val="111111"/>
    <a:srgbClr val="000000"/>
    <a:srgbClr val="FF4A5A"/>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571529-8777-4EBF-9738-979E7C5DE0B3}" v="52" dt="2026-04-12T08:12:42.33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4" autoAdjust="0"/>
    <p:restoredTop sz="94660"/>
  </p:normalViewPr>
  <p:slideViewPr>
    <p:cSldViewPr snapToGrid="0">
      <p:cViewPr>
        <p:scale>
          <a:sx n="100" d="100"/>
          <a:sy n="100" d="100"/>
        </p:scale>
        <p:origin x="186"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佳幸 島田" userId="d133913e2fa434e1" providerId="LiveId" clId="{F19A43D7-273B-4E4B-842D-F546009CF366}"/>
    <pc:docChg chg="undo custSel addSld delSld modSld sldOrd">
      <pc:chgData name="佳幸 島田" userId="d133913e2fa434e1" providerId="LiveId" clId="{F19A43D7-273B-4E4B-842D-F546009CF366}" dt="2026-04-12T08:12:42.338" v="4969"/>
      <pc:docMkLst>
        <pc:docMk/>
      </pc:docMkLst>
      <pc:sldChg chg="addSp modSp mod">
        <pc:chgData name="佳幸 島田" userId="d133913e2fa434e1" providerId="LiveId" clId="{F19A43D7-273B-4E4B-842D-F546009CF366}" dt="2026-04-03T07:51:51.259" v="45" actId="1076"/>
        <pc:sldMkLst>
          <pc:docMk/>
          <pc:sldMk cId="3592999772" sldId="260"/>
        </pc:sldMkLst>
        <pc:spChg chg="add mod">
          <ac:chgData name="佳幸 島田" userId="d133913e2fa434e1" providerId="LiveId" clId="{F19A43D7-273B-4E4B-842D-F546009CF366}" dt="2026-04-03T07:51:51.259" v="45" actId="1076"/>
          <ac:spMkLst>
            <pc:docMk/>
            <pc:sldMk cId="3592999772" sldId="260"/>
            <ac:spMk id="4" creationId="{2BB45126-1C19-F24F-45DA-1434E0607303}"/>
          </ac:spMkLst>
        </pc:spChg>
        <pc:cxnChg chg="add mod">
          <ac:chgData name="佳幸 島田" userId="d133913e2fa434e1" providerId="LiveId" clId="{F19A43D7-273B-4E4B-842D-F546009CF366}" dt="2026-04-03T07:51:36.853" v="1" actId="208"/>
          <ac:cxnSpMkLst>
            <pc:docMk/>
            <pc:sldMk cId="3592999772" sldId="260"/>
            <ac:cxnSpMk id="3" creationId="{8F22BD0B-A6BE-F3C0-B972-AFE2C5B753D4}"/>
          </ac:cxnSpMkLst>
        </pc:cxnChg>
      </pc:sldChg>
      <pc:sldChg chg="addSp delSp modSp add mod">
        <pc:chgData name="佳幸 島田" userId="d133913e2fa434e1" providerId="LiveId" clId="{F19A43D7-273B-4E4B-842D-F546009CF366}" dt="2026-04-05T08:56:58.428" v="547" actId="571"/>
        <pc:sldMkLst>
          <pc:docMk/>
          <pc:sldMk cId="1019539800" sldId="261"/>
        </pc:sldMkLst>
        <pc:spChg chg="add mod">
          <ac:chgData name="佳幸 島田" userId="d133913e2fa434e1" providerId="LiveId" clId="{F19A43D7-273B-4E4B-842D-F546009CF366}" dt="2026-04-05T08:47:24.909" v="150" actId="1076"/>
          <ac:spMkLst>
            <pc:docMk/>
            <pc:sldMk cId="1019539800" sldId="261"/>
            <ac:spMk id="2" creationId="{E8B83DBD-CFCB-16CE-510D-8C093C249795}"/>
          </ac:spMkLst>
        </pc:spChg>
        <pc:spChg chg="add mod">
          <ac:chgData name="佳幸 島田" userId="d133913e2fa434e1" providerId="LiveId" clId="{F19A43D7-273B-4E4B-842D-F546009CF366}" dt="2026-04-05T08:47:44.673" v="171" actId="1076"/>
          <ac:spMkLst>
            <pc:docMk/>
            <pc:sldMk cId="1019539800" sldId="261"/>
            <ac:spMk id="7" creationId="{E02E72C2-1D9D-43EB-EE8B-8B1AACA5DDBF}"/>
          </ac:spMkLst>
        </pc:spChg>
        <pc:spChg chg="add mod">
          <ac:chgData name="佳幸 島田" userId="d133913e2fa434e1" providerId="LiveId" clId="{F19A43D7-273B-4E4B-842D-F546009CF366}" dt="2026-04-05T08:48:59.257" v="172"/>
          <ac:spMkLst>
            <pc:docMk/>
            <pc:sldMk cId="1019539800" sldId="261"/>
            <ac:spMk id="8" creationId="{A4D72917-893E-6B5B-0C6F-3F2EEAB31499}"/>
          </ac:spMkLst>
        </pc:spChg>
        <pc:spChg chg="add mod">
          <ac:chgData name="佳幸 島田" userId="d133913e2fa434e1" providerId="LiveId" clId="{F19A43D7-273B-4E4B-842D-F546009CF366}" dt="2026-04-05T08:50:29.858" v="287"/>
          <ac:spMkLst>
            <pc:docMk/>
            <pc:sldMk cId="1019539800" sldId="261"/>
            <ac:spMk id="10" creationId="{B2DBCD07-CFE5-35CC-1A9E-77AA1C6DCB1B}"/>
          </ac:spMkLst>
        </pc:spChg>
        <pc:spChg chg="add mod">
          <ac:chgData name="佳幸 島田" userId="d133913e2fa434e1" providerId="LiveId" clId="{F19A43D7-273B-4E4B-842D-F546009CF366}" dt="2026-04-05T08:50:36.406" v="295" actId="20577"/>
          <ac:spMkLst>
            <pc:docMk/>
            <pc:sldMk cId="1019539800" sldId="261"/>
            <ac:spMk id="12" creationId="{AF874EA0-EDEA-A6A3-6B71-350D325E071D}"/>
          </ac:spMkLst>
        </pc:spChg>
        <pc:spChg chg="add mod">
          <ac:chgData name="佳幸 島田" userId="d133913e2fa434e1" providerId="LiveId" clId="{F19A43D7-273B-4E4B-842D-F546009CF366}" dt="2026-04-05T08:50:41.576" v="296" actId="1076"/>
          <ac:spMkLst>
            <pc:docMk/>
            <pc:sldMk cId="1019539800" sldId="261"/>
            <ac:spMk id="13" creationId="{4D130F4E-9060-36B6-A580-3DDC2B8236E7}"/>
          </ac:spMkLst>
        </pc:spChg>
        <pc:spChg chg="add mod">
          <ac:chgData name="佳幸 島田" userId="d133913e2fa434e1" providerId="LiveId" clId="{F19A43D7-273B-4E4B-842D-F546009CF366}" dt="2026-04-05T08:50:41.576" v="296" actId="1076"/>
          <ac:spMkLst>
            <pc:docMk/>
            <pc:sldMk cId="1019539800" sldId="261"/>
            <ac:spMk id="14" creationId="{65495B5E-68C9-08CE-9594-D3B7365ED5A8}"/>
          </ac:spMkLst>
        </pc:spChg>
        <pc:spChg chg="add mod">
          <ac:chgData name="佳幸 島田" userId="d133913e2fa434e1" providerId="LiveId" clId="{F19A43D7-273B-4E4B-842D-F546009CF366}" dt="2026-04-05T08:50:56.916" v="316"/>
          <ac:spMkLst>
            <pc:docMk/>
            <pc:sldMk cId="1019539800" sldId="261"/>
            <ac:spMk id="15" creationId="{75DF656A-C6AC-1F92-302C-4745E7718AF6}"/>
          </ac:spMkLst>
        </pc:spChg>
        <pc:spChg chg="add mod">
          <ac:chgData name="佳幸 島田" userId="d133913e2fa434e1" providerId="LiveId" clId="{F19A43D7-273B-4E4B-842D-F546009CF366}" dt="2026-04-05T08:55:09.942" v="525" actId="20577"/>
          <ac:spMkLst>
            <pc:docMk/>
            <pc:sldMk cId="1019539800" sldId="261"/>
            <ac:spMk id="26" creationId="{D771D96E-1619-99F4-58EB-BBB83B6DA0DD}"/>
          </ac:spMkLst>
        </pc:spChg>
        <pc:spChg chg="add mod">
          <ac:chgData name="佳幸 島田" userId="d133913e2fa434e1" providerId="LiveId" clId="{F19A43D7-273B-4E4B-842D-F546009CF366}" dt="2026-04-05T08:54:14.949" v="492" actId="1076"/>
          <ac:spMkLst>
            <pc:docMk/>
            <pc:sldMk cId="1019539800" sldId="261"/>
            <ac:spMk id="28" creationId="{EFBD0851-A15F-E0FA-153C-702A8DC2886C}"/>
          </ac:spMkLst>
        </pc:spChg>
        <pc:spChg chg="add mod">
          <ac:chgData name="佳幸 島田" userId="d133913e2fa434e1" providerId="LiveId" clId="{F19A43D7-273B-4E4B-842D-F546009CF366}" dt="2026-04-05T08:54:55.109" v="516" actId="1076"/>
          <ac:spMkLst>
            <pc:docMk/>
            <pc:sldMk cId="1019539800" sldId="261"/>
            <ac:spMk id="29" creationId="{029F055B-001D-3487-99E5-171D5644E95D}"/>
          </ac:spMkLst>
        </pc:spChg>
        <pc:spChg chg="add mod">
          <ac:chgData name="佳幸 島田" userId="d133913e2fa434e1" providerId="LiveId" clId="{F19A43D7-273B-4E4B-842D-F546009CF366}" dt="2026-04-05T08:54:51.612" v="515"/>
          <ac:spMkLst>
            <pc:docMk/>
            <pc:sldMk cId="1019539800" sldId="261"/>
            <ac:spMk id="31" creationId="{7AA9D5D5-8867-957C-BEA3-7D32B3F21FF8}"/>
          </ac:spMkLst>
        </pc:spChg>
        <pc:spChg chg="add mod">
          <ac:chgData name="佳幸 島田" userId="d133913e2fa434e1" providerId="LiveId" clId="{F19A43D7-273B-4E4B-842D-F546009CF366}" dt="2026-04-05T08:55:00.242" v="522"/>
          <ac:spMkLst>
            <pc:docMk/>
            <pc:sldMk cId="1019539800" sldId="261"/>
            <ac:spMk id="32" creationId="{5B5D752F-3E99-819C-F6D4-EAD22A5B5FBB}"/>
          </ac:spMkLst>
        </pc:spChg>
        <pc:spChg chg="add mod">
          <ac:chgData name="佳幸 島田" userId="d133913e2fa434e1" providerId="LiveId" clId="{F19A43D7-273B-4E4B-842D-F546009CF366}" dt="2026-04-05T08:55:26.653" v="526" actId="571"/>
          <ac:spMkLst>
            <pc:docMk/>
            <pc:sldMk cId="1019539800" sldId="261"/>
            <ac:spMk id="34" creationId="{402E6B48-B3CD-768F-F376-0B8B197F0FBA}"/>
          </ac:spMkLst>
        </pc:spChg>
        <pc:spChg chg="add mod">
          <ac:chgData name="佳幸 島田" userId="d133913e2fa434e1" providerId="LiveId" clId="{F19A43D7-273B-4E4B-842D-F546009CF366}" dt="2026-04-05T08:55:30.083" v="531"/>
          <ac:spMkLst>
            <pc:docMk/>
            <pc:sldMk cId="1019539800" sldId="261"/>
            <ac:spMk id="35" creationId="{1F7A125A-EF50-C2EE-C495-404DD32FE8C7}"/>
          </ac:spMkLst>
        </pc:spChg>
        <pc:spChg chg="add mod">
          <ac:chgData name="佳幸 島田" userId="d133913e2fa434e1" providerId="LiveId" clId="{F19A43D7-273B-4E4B-842D-F546009CF366}" dt="2026-04-05T08:56:46.536" v="544"/>
          <ac:spMkLst>
            <pc:docMk/>
            <pc:sldMk cId="1019539800" sldId="261"/>
            <ac:spMk id="39" creationId="{D3DE8D5E-73DF-8DF6-846E-80530AAD7326}"/>
          </ac:spMkLst>
        </pc:spChg>
        <pc:spChg chg="add mod">
          <ac:chgData name="佳幸 島田" userId="d133913e2fa434e1" providerId="LiveId" clId="{F19A43D7-273B-4E4B-842D-F546009CF366}" dt="2026-04-05T08:56:50.544" v="545" actId="571"/>
          <ac:spMkLst>
            <pc:docMk/>
            <pc:sldMk cId="1019539800" sldId="261"/>
            <ac:spMk id="40" creationId="{C1EC6C90-50C8-FF25-BB8F-C64A879085A5}"/>
          </ac:spMkLst>
        </pc:spChg>
        <pc:spChg chg="add mod">
          <ac:chgData name="佳幸 島田" userId="d133913e2fa434e1" providerId="LiveId" clId="{F19A43D7-273B-4E4B-842D-F546009CF366}" dt="2026-04-05T08:56:55.583" v="546" actId="571"/>
          <ac:spMkLst>
            <pc:docMk/>
            <pc:sldMk cId="1019539800" sldId="261"/>
            <ac:spMk id="41" creationId="{1CD54A57-1F3F-A78E-962B-0D4A3A8A14D4}"/>
          </ac:spMkLst>
        </pc:spChg>
        <pc:spChg chg="add mod">
          <ac:chgData name="佳幸 島田" userId="d133913e2fa434e1" providerId="LiveId" clId="{F19A43D7-273B-4E4B-842D-F546009CF366}" dt="2026-04-05T08:56:58.428" v="547" actId="571"/>
          <ac:spMkLst>
            <pc:docMk/>
            <pc:sldMk cId="1019539800" sldId="261"/>
            <ac:spMk id="42" creationId="{DFAABFD1-A9DB-09CD-B978-CE244D024588}"/>
          </ac:spMkLst>
        </pc:spChg>
        <pc:picChg chg="mod">
          <ac:chgData name="佳幸 島田" userId="d133913e2fa434e1" providerId="LiveId" clId="{F19A43D7-273B-4E4B-842D-F546009CF366}" dt="2026-04-05T08:50:41.576" v="296" actId="1076"/>
          <ac:picMkLst>
            <pc:docMk/>
            <pc:sldMk cId="1019539800" sldId="261"/>
            <ac:picMk id="11" creationId="{84DD920F-5866-7A7A-0E3C-561E69E6B1F3}"/>
          </ac:picMkLst>
        </pc:picChg>
        <pc:picChg chg="add mod">
          <ac:chgData name="佳幸 島田" userId="d133913e2fa434e1" providerId="LiveId" clId="{F19A43D7-273B-4E4B-842D-F546009CF366}" dt="2026-04-05T08:54:08.529" v="490" actId="1076"/>
          <ac:picMkLst>
            <pc:docMk/>
            <pc:sldMk cId="1019539800" sldId="261"/>
            <ac:picMk id="27" creationId="{A6C61FBB-7BAE-3151-D706-BB7FA293F972}"/>
          </ac:picMkLst>
        </pc:picChg>
        <pc:picChg chg="mod">
          <ac:chgData name="佳幸 島田" userId="d133913e2fa434e1" providerId="LiveId" clId="{F19A43D7-273B-4E4B-842D-F546009CF366}" dt="2026-04-05T08:54:44.600" v="504" actId="1076"/>
          <ac:picMkLst>
            <pc:docMk/>
            <pc:sldMk cId="1019539800" sldId="261"/>
            <ac:picMk id="30" creationId="{61D644F3-FBA1-F278-EA5A-5CA9A0DF5A98}"/>
          </ac:picMkLst>
        </pc:picChg>
        <pc:picChg chg="add mod">
          <ac:chgData name="佳幸 島田" userId="d133913e2fa434e1" providerId="LiveId" clId="{F19A43D7-273B-4E4B-842D-F546009CF366}" dt="2026-04-05T08:55:26.653" v="526" actId="571"/>
          <ac:picMkLst>
            <pc:docMk/>
            <pc:sldMk cId="1019539800" sldId="261"/>
            <ac:picMk id="33" creationId="{2E173F58-DF45-4EC3-F878-3129073CBB50}"/>
          </ac:picMkLst>
        </pc:picChg>
        <pc:picChg chg="add mod">
          <ac:chgData name="佳幸 島田" userId="d133913e2fa434e1" providerId="LiveId" clId="{F19A43D7-273B-4E4B-842D-F546009CF366}" dt="2026-04-05T08:56:35.048" v="535" actId="1076"/>
          <ac:picMkLst>
            <pc:docMk/>
            <pc:sldMk cId="1019539800" sldId="261"/>
            <ac:picMk id="37" creationId="{5B68CD16-F5F9-4DCC-EC9E-E47E09BF1C14}"/>
          </ac:picMkLst>
        </pc:picChg>
        <pc:picChg chg="add mod">
          <ac:chgData name="佳幸 島田" userId="d133913e2fa434e1" providerId="LiveId" clId="{F19A43D7-273B-4E4B-842D-F546009CF366}" dt="2026-04-05T08:56:39.030" v="536" actId="571"/>
          <ac:picMkLst>
            <pc:docMk/>
            <pc:sldMk cId="1019539800" sldId="261"/>
            <ac:picMk id="38" creationId="{EA6EC0CB-4027-CBC7-464D-3890E83874BA}"/>
          </ac:picMkLst>
        </pc:picChg>
      </pc:sldChg>
      <pc:sldChg chg="addSp delSp modSp add mod">
        <pc:chgData name="佳幸 島田" userId="d133913e2fa434e1" providerId="LiveId" clId="{F19A43D7-273B-4E4B-842D-F546009CF366}" dt="2026-04-05T08:59:28.878" v="694" actId="207"/>
        <pc:sldMkLst>
          <pc:docMk/>
          <pc:sldMk cId="3016779512" sldId="262"/>
        </pc:sldMkLst>
        <pc:spChg chg="add mod">
          <ac:chgData name="佳幸 島田" userId="d133913e2fa434e1" providerId="LiveId" clId="{F19A43D7-273B-4E4B-842D-F546009CF366}" dt="2026-04-05T08:58:53.927" v="610"/>
          <ac:spMkLst>
            <pc:docMk/>
            <pc:sldMk cId="3016779512" sldId="262"/>
            <ac:spMk id="4" creationId="{C4F4CE49-4E55-7DEF-2126-40DD822AF0ED}"/>
          </ac:spMkLst>
        </pc:spChg>
        <pc:spChg chg="add mod">
          <ac:chgData name="佳幸 島田" userId="d133913e2fa434e1" providerId="LiveId" clId="{F19A43D7-273B-4E4B-842D-F546009CF366}" dt="2026-04-05T08:59:28.878" v="694" actId="207"/>
          <ac:spMkLst>
            <pc:docMk/>
            <pc:sldMk cId="3016779512" sldId="262"/>
            <ac:spMk id="9" creationId="{EDAD3D89-20EF-4737-B4FE-1D1034A5068C}"/>
          </ac:spMkLst>
        </pc:spChg>
        <pc:spChg chg="mod">
          <ac:chgData name="佳幸 島田" userId="d133913e2fa434e1" providerId="LiveId" clId="{F19A43D7-273B-4E4B-842D-F546009CF366}" dt="2026-04-05T08:58:22.788" v="597"/>
          <ac:spMkLst>
            <pc:docMk/>
            <pc:sldMk cId="3016779512" sldId="262"/>
            <ac:spMk id="15" creationId="{A89B105F-C1A4-411A-D410-51890A58D105}"/>
          </ac:spMkLst>
        </pc:spChg>
        <pc:picChg chg="add mod">
          <ac:chgData name="佳幸 島田" userId="d133913e2fa434e1" providerId="LiveId" clId="{F19A43D7-273B-4E4B-842D-F546009CF366}" dt="2026-04-05T08:58:48.333" v="602" actId="1076"/>
          <ac:picMkLst>
            <pc:docMk/>
            <pc:sldMk cId="3016779512" sldId="262"/>
            <ac:picMk id="3" creationId="{4E372832-CEFA-F57D-4D6B-B0EB0A0085E4}"/>
          </ac:picMkLst>
        </pc:picChg>
      </pc:sldChg>
      <pc:sldChg chg="addSp delSp modSp add mod">
        <pc:chgData name="佳幸 島田" userId="d133913e2fa434e1" providerId="LiveId" clId="{F19A43D7-273B-4E4B-842D-F546009CF366}" dt="2026-04-05T09:41:11.038" v="2435" actId="1076"/>
        <pc:sldMkLst>
          <pc:docMk/>
          <pc:sldMk cId="3536836499" sldId="263"/>
        </pc:sldMkLst>
        <pc:spChg chg="mod">
          <ac:chgData name="佳幸 島田" userId="d133913e2fa434e1" providerId="LiveId" clId="{F19A43D7-273B-4E4B-842D-F546009CF366}" dt="2026-04-05T09:01:06.455" v="711"/>
          <ac:spMkLst>
            <pc:docMk/>
            <pc:sldMk cId="3536836499" sldId="263"/>
            <ac:spMk id="10" creationId="{66AA5E2F-A4EB-49AF-969C-D228F1D4514B}"/>
          </ac:spMkLst>
        </pc:spChg>
        <pc:spChg chg="mod">
          <ac:chgData name="佳幸 島田" userId="d133913e2fa434e1" providerId="LiveId" clId="{F19A43D7-273B-4E4B-842D-F546009CF366}" dt="2026-04-05T09:41:06.716" v="2434" actId="20577"/>
          <ac:spMkLst>
            <pc:docMk/>
            <pc:sldMk cId="3536836499" sldId="263"/>
            <ac:spMk id="12" creationId="{023368B6-1E32-3F60-828B-C3C8B6C4366F}"/>
          </ac:spMkLst>
        </pc:spChg>
        <pc:spChg chg="add mod">
          <ac:chgData name="佳幸 島田" userId="d133913e2fa434e1" providerId="LiveId" clId="{F19A43D7-273B-4E4B-842D-F546009CF366}" dt="2026-04-05T09:41:11.038" v="2435" actId="1076"/>
          <ac:spMkLst>
            <pc:docMk/>
            <pc:sldMk cId="3536836499" sldId="263"/>
            <ac:spMk id="16" creationId="{B44CB2C1-FC7A-FBA5-7F4D-A705D41C0F5D}"/>
          </ac:spMkLst>
        </pc:spChg>
      </pc:sldChg>
      <pc:sldChg chg="addSp delSp modSp add mod">
        <pc:chgData name="佳幸 島田" userId="d133913e2fa434e1" providerId="LiveId" clId="{F19A43D7-273B-4E4B-842D-F546009CF366}" dt="2026-04-05T09:12:34.797" v="1161"/>
        <pc:sldMkLst>
          <pc:docMk/>
          <pc:sldMk cId="2354388259" sldId="265"/>
        </pc:sldMkLst>
        <pc:spChg chg="add mod">
          <ac:chgData name="佳幸 島田" userId="d133913e2fa434e1" providerId="LiveId" clId="{F19A43D7-273B-4E4B-842D-F546009CF366}" dt="2026-04-05T09:10:11.142" v="1079"/>
          <ac:spMkLst>
            <pc:docMk/>
            <pc:sldMk cId="2354388259" sldId="265"/>
            <ac:spMk id="3" creationId="{16B43808-5828-2D24-0722-A5E876342D84}"/>
          </ac:spMkLst>
        </pc:spChg>
        <pc:spChg chg="add mod">
          <ac:chgData name="佳幸 島田" userId="d133913e2fa434e1" providerId="LiveId" clId="{F19A43D7-273B-4E4B-842D-F546009CF366}" dt="2026-04-05T09:10:36.245" v="1084" actId="14100"/>
          <ac:spMkLst>
            <pc:docMk/>
            <pc:sldMk cId="2354388259" sldId="265"/>
            <ac:spMk id="4" creationId="{B18802A2-E13A-8478-91F2-856EA3228E41}"/>
          </ac:spMkLst>
        </pc:spChg>
        <pc:spChg chg="add mod">
          <ac:chgData name="佳幸 島田" userId="d133913e2fa434e1" providerId="LiveId" clId="{F19A43D7-273B-4E4B-842D-F546009CF366}" dt="2026-04-05T09:12:28.935" v="1140" actId="1076"/>
          <ac:spMkLst>
            <pc:docMk/>
            <pc:sldMk cId="2354388259" sldId="265"/>
            <ac:spMk id="9" creationId="{90EDB5F6-76D0-929B-F668-EE2BED31BFF0}"/>
          </ac:spMkLst>
        </pc:spChg>
        <pc:spChg chg="mod">
          <ac:chgData name="佳幸 島田" userId="d133913e2fa434e1" providerId="LiveId" clId="{F19A43D7-273B-4E4B-842D-F546009CF366}" dt="2026-04-05T09:12:34.797" v="1161"/>
          <ac:spMkLst>
            <pc:docMk/>
            <pc:sldMk cId="2354388259" sldId="265"/>
            <ac:spMk id="10" creationId="{8A8E43D2-A6E8-7D2A-67C5-F22E3EB7B926}"/>
          </ac:spMkLst>
        </pc:spChg>
        <pc:spChg chg="add mod">
          <ac:chgData name="佳幸 島田" userId="d133913e2fa434e1" providerId="LiveId" clId="{F19A43D7-273B-4E4B-842D-F546009CF366}" dt="2026-04-05T09:12:28.935" v="1140" actId="1076"/>
          <ac:spMkLst>
            <pc:docMk/>
            <pc:sldMk cId="2354388259" sldId="265"/>
            <ac:spMk id="11" creationId="{962A40AA-4B23-0763-9801-3E1BB9D432CE}"/>
          </ac:spMkLst>
        </pc:spChg>
        <pc:picChg chg="mod">
          <ac:chgData name="佳幸 島田" userId="d133913e2fa434e1" providerId="LiveId" clId="{F19A43D7-273B-4E4B-842D-F546009CF366}" dt="2026-04-05T09:06:08.685" v="836" actId="1076"/>
          <ac:picMkLst>
            <pc:docMk/>
            <pc:sldMk cId="2354388259" sldId="265"/>
            <ac:picMk id="5" creationId="{3EDA75B9-2D89-DE33-E1A4-920513CD9079}"/>
          </ac:picMkLst>
        </pc:picChg>
      </pc:sldChg>
      <pc:sldChg chg="addSp delSp modSp add mod ord">
        <pc:chgData name="佳幸 島田" userId="d133913e2fa434e1" providerId="LiveId" clId="{F19A43D7-273B-4E4B-842D-F546009CF366}" dt="2026-04-05T09:19:41.356" v="1267" actId="1076"/>
        <pc:sldMkLst>
          <pc:docMk/>
          <pc:sldMk cId="2170173709" sldId="266"/>
        </pc:sldMkLst>
        <pc:spChg chg="mod">
          <ac:chgData name="佳幸 島田" userId="d133913e2fa434e1" providerId="LiveId" clId="{F19A43D7-273B-4E4B-842D-F546009CF366}" dt="2026-04-05T09:14:36.120" v="1214"/>
          <ac:spMkLst>
            <pc:docMk/>
            <pc:sldMk cId="2170173709" sldId="266"/>
            <ac:spMk id="10" creationId="{731CE4B1-1EF0-FC89-6F7C-09917F03892A}"/>
          </ac:spMkLst>
        </pc:spChg>
        <pc:spChg chg="add mod">
          <ac:chgData name="佳幸 島田" userId="d133913e2fa434e1" providerId="LiveId" clId="{F19A43D7-273B-4E4B-842D-F546009CF366}" dt="2026-04-05T09:17:20.422" v="1219"/>
          <ac:spMkLst>
            <pc:docMk/>
            <pc:sldMk cId="2170173709" sldId="266"/>
            <ac:spMk id="12" creationId="{47B23394-78B0-E3AE-BBC1-93DACA4DC3ED}"/>
          </ac:spMkLst>
        </pc:spChg>
        <pc:spChg chg="add mod">
          <ac:chgData name="佳幸 島田" userId="d133913e2fa434e1" providerId="LiveId" clId="{F19A43D7-273B-4E4B-842D-F546009CF366}" dt="2026-04-05T09:17:37.863" v="1222" actId="14100"/>
          <ac:spMkLst>
            <pc:docMk/>
            <pc:sldMk cId="2170173709" sldId="266"/>
            <ac:spMk id="13" creationId="{D7E6589F-D904-AA56-794E-9AD97C549E67}"/>
          </ac:spMkLst>
        </pc:spChg>
        <pc:spChg chg="add mod">
          <ac:chgData name="佳幸 島田" userId="d133913e2fa434e1" providerId="LiveId" clId="{F19A43D7-273B-4E4B-842D-F546009CF366}" dt="2026-04-05T09:18:58.156" v="1253"/>
          <ac:spMkLst>
            <pc:docMk/>
            <pc:sldMk cId="2170173709" sldId="266"/>
            <ac:spMk id="14" creationId="{08CFFD94-195E-C238-B7D9-3FE28DA8D707}"/>
          </ac:spMkLst>
        </pc:spChg>
        <pc:spChg chg="add mod">
          <ac:chgData name="佳幸 島田" userId="d133913e2fa434e1" providerId="LiveId" clId="{F19A43D7-273B-4E4B-842D-F546009CF366}" dt="2026-04-05T09:19:13.052" v="1258" actId="14100"/>
          <ac:spMkLst>
            <pc:docMk/>
            <pc:sldMk cId="2170173709" sldId="266"/>
            <ac:spMk id="15" creationId="{E03C1131-D454-3A2F-5C9E-75AB92912927}"/>
          </ac:spMkLst>
        </pc:spChg>
        <pc:spChg chg="add mod">
          <ac:chgData name="佳幸 島田" userId="d133913e2fa434e1" providerId="LiveId" clId="{F19A43D7-273B-4E4B-842D-F546009CF366}" dt="2026-04-05T09:19:41.356" v="1267" actId="1076"/>
          <ac:spMkLst>
            <pc:docMk/>
            <pc:sldMk cId="2170173709" sldId="266"/>
            <ac:spMk id="17" creationId="{BF7845FC-21E6-73E2-26AD-078BC0A5299E}"/>
          </ac:spMkLst>
        </pc:spChg>
      </pc:sldChg>
      <pc:sldChg chg="delSp modSp add mod">
        <pc:chgData name="佳幸 島田" userId="d133913e2fa434e1" providerId="LiveId" clId="{F19A43D7-273B-4E4B-842D-F546009CF366}" dt="2026-04-05T09:20:51.590" v="1276" actId="478"/>
        <pc:sldMkLst>
          <pc:docMk/>
          <pc:sldMk cId="2011949024" sldId="267"/>
        </pc:sldMkLst>
        <pc:spChg chg="mod">
          <ac:chgData name="佳幸 島田" userId="d133913e2fa434e1" providerId="LiveId" clId="{F19A43D7-273B-4E4B-842D-F546009CF366}" dt="2026-04-05T09:20:44.166" v="1275"/>
          <ac:spMkLst>
            <pc:docMk/>
            <pc:sldMk cId="2011949024" sldId="267"/>
            <ac:spMk id="3" creationId="{6EE8FDFB-5A40-BD63-C86E-73F5EB06BCA6}"/>
          </ac:spMkLst>
        </pc:spChg>
        <pc:spChg chg="mod">
          <ac:chgData name="佳幸 島田" userId="d133913e2fa434e1" providerId="LiveId" clId="{F19A43D7-273B-4E4B-842D-F546009CF366}" dt="2026-04-05T09:20:29.937" v="1273"/>
          <ac:spMkLst>
            <pc:docMk/>
            <pc:sldMk cId="2011949024" sldId="267"/>
            <ac:spMk id="4" creationId="{71648B00-65CF-CA09-F92F-A348B6156F24}"/>
          </ac:spMkLst>
        </pc:spChg>
        <pc:spChg chg="mod">
          <ac:chgData name="佳幸 島田" userId="d133913e2fa434e1" providerId="LiveId" clId="{F19A43D7-273B-4E4B-842D-F546009CF366}" dt="2026-04-05T09:19:48.012" v="1269" actId="20577"/>
          <ac:spMkLst>
            <pc:docMk/>
            <pc:sldMk cId="2011949024" sldId="267"/>
            <ac:spMk id="17" creationId="{FAE552F0-08E8-F905-207E-77DA3C000CF8}"/>
          </ac:spMkLst>
        </pc:spChg>
      </pc:sldChg>
      <pc:sldChg chg="addSp delSp modSp add mod">
        <pc:chgData name="佳幸 島田" userId="d133913e2fa434e1" providerId="LiveId" clId="{F19A43D7-273B-4E4B-842D-F546009CF366}" dt="2026-04-05T09:26:54.199" v="1676" actId="1076"/>
        <pc:sldMkLst>
          <pc:docMk/>
          <pc:sldMk cId="1144977394" sldId="268"/>
        </pc:sldMkLst>
        <pc:spChg chg="mod">
          <ac:chgData name="佳幸 島田" userId="d133913e2fa434e1" providerId="LiveId" clId="{F19A43D7-273B-4E4B-842D-F546009CF366}" dt="2026-04-05T09:22:18.543" v="1310"/>
          <ac:spMkLst>
            <pc:docMk/>
            <pc:sldMk cId="1144977394" sldId="268"/>
            <ac:spMk id="10" creationId="{D43A2A5D-893A-FCC9-C8D1-224062563D71}"/>
          </ac:spMkLst>
        </pc:spChg>
        <pc:spChg chg="add mod">
          <ac:chgData name="佳幸 島田" userId="d133913e2fa434e1" providerId="LiveId" clId="{F19A43D7-273B-4E4B-842D-F546009CF366}" dt="2026-04-05T09:25:34.860" v="1443" actId="12788"/>
          <ac:spMkLst>
            <pc:docMk/>
            <pc:sldMk cId="1144977394" sldId="268"/>
            <ac:spMk id="12" creationId="{18867301-5572-1E39-9021-DC52A5B4478D}"/>
          </ac:spMkLst>
        </pc:spChg>
        <pc:spChg chg="add mod">
          <ac:chgData name="佳幸 島田" userId="d133913e2fa434e1" providerId="LiveId" clId="{F19A43D7-273B-4E4B-842D-F546009CF366}" dt="2026-04-05T09:25:16.503" v="1436" actId="12788"/>
          <ac:spMkLst>
            <pc:docMk/>
            <pc:sldMk cId="1144977394" sldId="268"/>
            <ac:spMk id="14" creationId="{19C90901-A585-E24D-C5BA-F4F35E135370}"/>
          </ac:spMkLst>
        </pc:spChg>
        <pc:spChg chg="add mod">
          <ac:chgData name="佳幸 島田" userId="d133913e2fa434e1" providerId="LiveId" clId="{F19A43D7-273B-4E4B-842D-F546009CF366}" dt="2026-04-05T09:25:16.503" v="1436" actId="12788"/>
          <ac:spMkLst>
            <pc:docMk/>
            <pc:sldMk cId="1144977394" sldId="268"/>
            <ac:spMk id="16" creationId="{6FB892AD-FFBE-05A3-8A66-9E1AB2C61661}"/>
          </ac:spMkLst>
        </pc:spChg>
        <pc:spChg chg="add mod">
          <ac:chgData name="佳幸 島田" userId="d133913e2fa434e1" providerId="LiveId" clId="{F19A43D7-273B-4E4B-842D-F546009CF366}" dt="2026-04-05T09:25:34.860" v="1443" actId="12788"/>
          <ac:spMkLst>
            <pc:docMk/>
            <pc:sldMk cId="1144977394" sldId="268"/>
            <ac:spMk id="17" creationId="{4D0AF592-02EF-D01D-D676-D1D2DFD0680C}"/>
          </ac:spMkLst>
        </pc:spChg>
        <pc:spChg chg="add mod">
          <ac:chgData name="佳幸 島田" userId="d133913e2fa434e1" providerId="LiveId" clId="{F19A43D7-273B-4E4B-842D-F546009CF366}" dt="2026-04-05T09:26:21.970" v="1539" actId="404"/>
          <ac:spMkLst>
            <pc:docMk/>
            <pc:sldMk cId="1144977394" sldId="268"/>
            <ac:spMk id="18" creationId="{EE7DBA52-D5E5-83B4-02AD-D193B07BA39C}"/>
          </ac:spMkLst>
        </pc:spChg>
        <pc:spChg chg="add mod">
          <ac:chgData name="佳幸 島田" userId="d133913e2fa434e1" providerId="LiveId" clId="{F19A43D7-273B-4E4B-842D-F546009CF366}" dt="2026-04-05T09:26:54.199" v="1676" actId="1076"/>
          <ac:spMkLst>
            <pc:docMk/>
            <pc:sldMk cId="1144977394" sldId="268"/>
            <ac:spMk id="19" creationId="{F929EA23-7BE7-5AFF-56AE-FC292625E322}"/>
          </ac:spMkLst>
        </pc:spChg>
      </pc:sldChg>
      <pc:sldChg chg="addSp delSp modSp add mod">
        <pc:chgData name="佳幸 島田" userId="d133913e2fa434e1" providerId="LiveId" clId="{F19A43D7-273B-4E4B-842D-F546009CF366}" dt="2026-04-05T09:31:00.835" v="2069" actId="20577"/>
        <pc:sldMkLst>
          <pc:docMk/>
          <pc:sldMk cId="2780700426" sldId="269"/>
        </pc:sldMkLst>
        <pc:spChg chg="add mod">
          <ac:chgData name="佳幸 島田" userId="d133913e2fa434e1" providerId="LiveId" clId="{F19A43D7-273B-4E4B-842D-F546009CF366}" dt="2026-04-05T09:29:36.311" v="1873" actId="6549"/>
          <ac:spMkLst>
            <pc:docMk/>
            <pc:sldMk cId="2780700426" sldId="269"/>
            <ac:spMk id="3" creationId="{10C57FC5-B3E0-1B56-65A0-80E7455615F5}"/>
          </ac:spMkLst>
        </pc:spChg>
        <pc:spChg chg="add mod">
          <ac:chgData name="佳幸 島田" userId="d133913e2fa434e1" providerId="LiveId" clId="{F19A43D7-273B-4E4B-842D-F546009CF366}" dt="2026-04-05T09:30:21.621" v="1997"/>
          <ac:spMkLst>
            <pc:docMk/>
            <pc:sldMk cId="2780700426" sldId="269"/>
            <ac:spMk id="4" creationId="{3321723C-704C-A4C4-E31B-DCE0C93DE57D}"/>
          </ac:spMkLst>
        </pc:spChg>
        <pc:spChg chg="add mod">
          <ac:chgData name="佳幸 島田" userId="d133913e2fa434e1" providerId="LiveId" clId="{F19A43D7-273B-4E4B-842D-F546009CF366}" dt="2026-04-05T09:30:09.080" v="1929"/>
          <ac:spMkLst>
            <pc:docMk/>
            <pc:sldMk cId="2780700426" sldId="269"/>
            <ac:spMk id="9" creationId="{5F8E82E3-80A3-09D5-6C4C-934114C01639}"/>
          </ac:spMkLst>
        </pc:spChg>
        <pc:spChg chg="mod">
          <ac:chgData name="佳幸 島田" userId="d133913e2fa434e1" providerId="LiveId" clId="{F19A43D7-273B-4E4B-842D-F546009CF366}" dt="2026-04-05T09:28:43.970" v="1792"/>
          <ac:spMkLst>
            <pc:docMk/>
            <pc:sldMk cId="2780700426" sldId="269"/>
            <ac:spMk id="10" creationId="{16950A14-7EB1-B563-6B4B-82B9CE849D8D}"/>
          </ac:spMkLst>
        </pc:spChg>
        <pc:spChg chg="add mod">
          <ac:chgData name="佳幸 島田" userId="d133913e2fa434e1" providerId="LiveId" clId="{F19A43D7-273B-4E4B-842D-F546009CF366}" dt="2026-04-05T09:31:00.835" v="2069" actId="20577"/>
          <ac:spMkLst>
            <pc:docMk/>
            <pc:sldMk cId="2780700426" sldId="269"/>
            <ac:spMk id="11" creationId="{BD83C03F-7E13-8AED-2A57-D29318391B59}"/>
          </ac:spMkLst>
        </pc:spChg>
        <pc:spChg chg="add mod">
          <ac:chgData name="佳幸 島田" userId="d133913e2fa434e1" providerId="LiveId" clId="{F19A43D7-273B-4E4B-842D-F546009CF366}" dt="2026-04-05T09:30:45.583" v="2016"/>
          <ac:spMkLst>
            <pc:docMk/>
            <pc:sldMk cId="2780700426" sldId="269"/>
            <ac:spMk id="13" creationId="{936B1A7C-28BD-2DF3-8DF2-AEDE28B2FC01}"/>
          </ac:spMkLst>
        </pc:spChg>
        <pc:spChg chg="mod">
          <ac:chgData name="佳幸 島田" userId="d133913e2fa434e1" providerId="LiveId" clId="{F19A43D7-273B-4E4B-842D-F546009CF366}" dt="2026-04-05T09:29:42.362" v="1913"/>
          <ac:spMkLst>
            <pc:docMk/>
            <pc:sldMk cId="2780700426" sldId="269"/>
            <ac:spMk id="18" creationId="{36AA31F2-7CD0-BA37-E049-5D6071095BFE}"/>
          </ac:spMkLst>
        </pc:spChg>
      </pc:sldChg>
      <pc:sldChg chg="delSp add mod">
        <pc:chgData name="佳幸 島田" userId="d133913e2fa434e1" providerId="LiveId" clId="{F19A43D7-273B-4E4B-842D-F546009CF366}" dt="2026-04-05T09:32:04.689" v="2072" actId="478"/>
        <pc:sldMkLst>
          <pc:docMk/>
          <pc:sldMk cId="3549677193" sldId="270"/>
        </pc:sldMkLst>
      </pc:sldChg>
      <pc:sldChg chg="addSp delSp modSp add mod">
        <pc:chgData name="佳幸 島田" userId="d133913e2fa434e1" providerId="LiveId" clId="{F19A43D7-273B-4E4B-842D-F546009CF366}" dt="2026-04-05T09:37:30.663" v="2425"/>
        <pc:sldMkLst>
          <pc:docMk/>
          <pc:sldMk cId="859490868" sldId="271"/>
        </pc:sldMkLst>
        <pc:spChg chg="mod">
          <ac:chgData name="佳幸 島田" userId="d133913e2fa434e1" providerId="LiveId" clId="{F19A43D7-273B-4E4B-842D-F546009CF366}" dt="2026-04-05T09:36:08.963" v="2171" actId="208"/>
          <ac:spMkLst>
            <pc:docMk/>
            <pc:sldMk cId="859490868" sldId="271"/>
            <ac:spMk id="3" creationId="{0C380288-DF5D-916C-7670-494E08B48565}"/>
          </ac:spMkLst>
        </pc:spChg>
        <pc:spChg chg="mod">
          <ac:chgData name="佳幸 島田" userId="d133913e2fa434e1" providerId="LiveId" clId="{F19A43D7-273B-4E4B-842D-F546009CF366}" dt="2026-04-05T09:34:44.785" v="2119"/>
          <ac:spMkLst>
            <pc:docMk/>
            <pc:sldMk cId="859490868" sldId="271"/>
            <ac:spMk id="10" creationId="{1156796C-A469-35C5-849B-22D985B1F33C}"/>
          </ac:spMkLst>
        </pc:spChg>
        <pc:spChg chg="add mod">
          <ac:chgData name="佳幸 島田" userId="d133913e2fa434e1" providerId="LiveId" clId="{F19A43D7-273B-4E4B-842D-F546009CF366}" dt="2026-04-05T09:36:15.080" v="2172" actId="207"/>
          <ac:spMkLst>
            <pc:docMk/>
            <pc:sldMk cId="859490868" sldId="271"/>
            <ac:spMk id="12" creationId="{3CD42E0C-439F-4461-5BF5-250574F5C45B}"/>
          </ac:spMkLst>
        </pc:spChg>
        <pc:spChg chg="add mod">
          <ac:chgData name="佳幸 島田" userId="d133913e2fa434e1" providerId="LiveId" clId="{F19A43D7-273B-4E4B-842D-F546009CF366}" dt="2026-04-05T09:36:28.641" v="2201"/>
          <ac:spMkLst>
            <pc:docMk/>
            <pc:sldMk cId="859490868" sldId="271"/>
            <ac:spMk id="14" creationId="{274F91A4-59CB-6C47-8DA0-9022BB9B648C}"/>
          </ac:spMkLst>
        </pc:spChg>
        <pc:spChg chg="add mod">
          <ac:chgData name="佳幸 島田" userId="d133913e2fa434e1" providerId="LiveId" clId="{F19A43D7-273B-4E4B-842D-F546009CF366}" dt="2026-04-05T09:37:30.663" v="2425"/>
          <ac:spMkLst>
            <pc:docMk/>
            <pc:sldMk cId="859490868" sldId="271"/>
            <ac:spMk id="15" creationId="{02B4DB14-7AF0-582F-3426-8AB03C455848}"/>
          </ac:spMkLst>
        </pc:spChg>
        <pc:spChg chg="mod">
          <ac:chgData name="佳幸 島田" userId="d133913e2fa434e1" providerId="LiveId" clId="{F19A43D7-273B-4E4B-842D-F546009CF366}" dt="2026-04-05T09:36:53.854" v="2257" actId="404"/>
          <ac:spMkLst>
            <pc:docMk/>
            <pc:sldMk cId="859490868" sldId="271"/>
            <ac:spMk id="18" creationId="{A5CDD401-398F-EAE5-6789-3A4971E517D5}"/>
          </ac:spMkLst>
        </pc:spChg>
      </pc:sldChg>
      <pc:sldChg chg="addSp delSp modSp new mod">
        <pc:chgData name="佳幸 島田" userId="d133913e2fa434e1" providerId="LiveId" clId="{F19A43D7-273B-4E4B-842D-F546009CF366}" dt="2026-04-07T08:34:34.682" v="3157" actId="1076"/>
        <pc:sldMkLst>
          <pc:docMk/>
          <pc:sldMk cId="433319430" sldId="272"/>
        </pc:sldMkLst>
        <pc:spChg chg="add mod">
          <ac:chgData name="佳幸 島田" userId="d133913e2fa434e1" providerId="LiveId" clId="{F19A43D7-273B-4E4B-842D-F546009CF366}" dt="2026-04-07T08:29:27.855" v="2441" actId="14100"/>
          <ac:spMkLst>
            <pc:docMk/>
            <pc:sldMk cId="433319430" sldId="272"/>
            <ac:spMk id="5" creationId="{EE1CF7DA-C133-CC82-6AF2-F59137286010}"/>
          </ac:spMkLst>
        </pc:spChg>
        <pc:spChg chg="add mod">
          <ac:chgData name="佳幸 島田" userId="d133913e2fa434e1" providerId="LiveId" clId="{F19A43D7-273B-4E4B-842D-F546009CF366}" dt="2026-04-07T08:32:15.972" v="2691"/>
          <ac:spMkLst>
            <pc:docMk/>
            <pc:sldMk cId="433319430" sldId="272"/>
            <ac:spMk id="6" creationId="{0A27659D-0B7F-8F92-30E2-DFCAD6D208EC}"/>
          </ac:spMkLst>
        </pc:spChg>
        <pc:spChg chg="add mod">
          <ac:chgData name="佳幸 島田" userId="d133913e2fa434e1" providerId="LiveId" clId="{F19A43D7-273B-4E4B-842D-F546009CF366}" dt="2026-04-07T08:31:35.900" v="2665"/>
          <ac:spMkLst>
            <pc:docMk/>
            <pc:sldMk cId="433319430" sldId="272"/>
            <ac:spMk id="7" creationId="{B155330A-641A-C991-E2B1-0A6ADC490CBB}"/>
          </ac:spMkLst>
        </pc:spChg>
        <pc:spChg chg="add mod">
          <ac:chgData name="佳幸 島田" userId="d133913e2fa434e1" providerId="LiveId" clId="{F19A43D7-273B-4E4B-842D-F546009CF366}" dt="2026-04-07T08:34:34.682" v="3157" actId="1076"/>
          <ac:spMkLst>
            <pc:docMk/>
            <pc:sldMk cId="433319430" sldId="272"/>
            <ac:spMk id="8" creationId="{3E9EB107-D534-9243-1A9F-51D01AE93963}"/>
          </ac:spMkLst>
        </pc:spChg>
        <pc:picChg chg="add mod">
          <ac:chgData name="佳幸 島田" userId="d133913e2fa434e1" providerId="LiveId" clId="{F19A43D7-273B-4E4B-842D-F546009CF366}" dt="2026-04-07T08:29:05.338" v="2438"/>
          <ac:picMkLst>
            <pc:docMk/>
            <pc:sldMk cId="433319430" sldId="272"/>
            <ac:picMk id="4" creationId="{D5043E39-5402-8BD4-B0C2-9BA132F2A276}"/>
          </ac:picMkLst>
        </pc:picChg>
      </pc:sldChg>
      <pc:sldChg chg="addSp delSp modSp add mod">
        <pc:chgData name="佳幸 島田" userId="d133913e2fa434e1" providerId="LiveId" clId="{F19A43D7-273B-4E4B-842D-F546009CF366}" dt="2026-04-07T18:43:05.924" v="3176" actId="1076"/>
        <pc:sldMkLst>
          <pc:docMk/>
          <pc:sldMk cId="3897942698" sldId="273"/>
        </pc:sldMkLst>
        <pc:spChg chg="add">
          <ac:chgData name="佳幸 島田" userId="d133913e2fa434e1" providerId="LiveId" clId="{F19A43D7-273B-4E4B-842D-F546009CF366}" dt="2026-04-07T18:36:02.433" v="3167"/>
          <ac:spMkLst>
            <pc:docMk/>
            <pc:sldMk cId="3897942698" sldId="273"/>
            <ac:spMk id="12" creationId="{3CF5236D-346C-349A-3853-277AEFEF9A96}"/>
          </ac:spMkLst>
        </pc:spChg>
        <pc:picChg chg="add mod">
          <ac:chgData name="佳幸 島田" userId="d133913e2fa434e1" providerId="LiveId" clId="{F19A43D7-273B-4E4B-842D-F546009CF366}" dt="2026-04-07T18:42:37.548" v="3172" actId="14100"/>
          <ac:picMkLst>
            <pc:docMk/>
            <pc:sldMk cId="3897942698" sldId="273"/>
            <ac:picMk id="14" creationId="{E3D1EEAA-4A20-2CA7-151B-294EBDD350C5}"/>
          </ac:picMkLst>
        </pc:picChg>
        <pc:picChg chg="add mod">
          <ac:chgData name="佳幸 島田" userId="d133913e2fa434e1" providerId="LiveId" clId="{F19A43D7-273B-4E4B-842D-F546009CF366}" dt="2026-04-07T18:43:05.924" v="3176" actId="1076"/>
          <ac:picMkLst>
            <pc:docMk/>
            <pc:sldMk cId="3897942698" sldId="273"/>
            <ac:picMk id="16" creationId="{BAE5889E-0A4C-E13F-6062-D1D38EF86E0D}"/>
          </ac:picMkLst>
        </pc:picChg>
      </pc:sldChg>
      <pc:sldChg chg="addSp delSp modSp new mod">
        <pc:chgData name="佳幸 島田" userId="d133913e2fa434e1" providerId="LiveId" clId="{F19A43D7-273B-4E4B-842D-F546009CF366}" dt="2026-04-12T08:02:47.467" v="4850" actId="1076"/>
        <pc:sldMkLst>
          <pc:docMk/>
          <pc:sldMk cId="2842758920" sldId="274"/>
        </pc:sldMkLst>
        <pc:picChg chg="add mod">
          <ac:chgData name="佳幸 島田" userId="d133913e2fa434e1" providerId="LiveId" clId="{F19A43D7-273B-4E4B-842D-F546009CF366}" dt="2026-04-12T08:02:47.467" v="4850" actId="1076"/>
          <ac:picMkLst>
            <pc:docMk/>
            <pc:sldMk cId="2842758920" sldId="274"/>
            <ac:picMk id="5" creationId="{E335B03A-2CE4-99DB-B6F8-378E56AA98E9}"/>
          </ac:picMkLst>
        </pc:picChg>
      </pc:sldChg>
      <pc:sldChg chg="addSp delSp modSp new mod">
        <pc:chgData name="佳幸 島田" userId="d133913e2fa434e1" providerId="LiveId" clId="{F19A43D7-273B-4E4B-842D-F546009CF366}" dt="2026-04-11T06:42:04.664" v="3213" actId="1076"/>
        <pc:sldMkLst>
          <pc:docMk/>
          <pc:sldMk cId="834480424" sldId="275"/>
        </pc:sldMkLst>
        <pc:picChg chg="add mod">
          <ac:chgData name="佳幸 島田" userId="d133913e2fa434e1" providerId="LiveId" clId="{F19A43D7-273B-4E4B-842D-F546009CF366}" dt="2026-04-11T06:42:04.664" v="3213" actId="1076"/>
          <ac:picMkLst>
            <pc:docMk/>
            <pc:sldMk cId="834480424" sldId="275"/>
            <ac:picMk id="5" creationId="{992C94BF-9127-EE76-3847-6B75AB37DF42}"/>
          </ac:picMkLst>
        </pc:picChg>
        <pc:picChg chg="add mod">
          <ac:chgData name="佳幸 島田" userId="d133913e2fa434e1" providerId="LiveId" clId="{F19A43D7-273B-4E4B-842D-F546009CF366}" dt="2026-04-10T11:00:37.191" v="3209" actId="1036"/>
          <ac:picMkLst>
            <pc:docMk/>
            <pc:sldMk cId="834480424" sldId="275"/>
            <ac:picMk id="7" creationId="{13A63655-EDB6-43E6-E5A8-EECCF570C783}"/>
          </ac:picMkLst>
        </pc:picChg>
      </pc:sldChg>
      <pc:sldChg chg="addSp delSp modSp new mod">
        <pc:chgData name="佳幸 島田" userId="d133913e2fa434e1" providerId="LiveId" clId="{F19A43D7-273B-4E4B-842D-F546009CF366}" dt="2026-04-11T06:57:11.299" v="4119" actId="14100"/>
        <pc:sldMkLst>
          <pc:docMk/>
          <pc:sldMk cId="192973145" sldId="276"/>
        </pc:sldMkLst>
        <pc:spChg chg="del">
          <ac:chgData name="佳幸 島田" userId="d133913e2fa434e1" providerId="LiveId" clId="{F19A43D7-273B-4E4B-842D-F546009CF366}" dt="2026-04-11T06:44:55.421" v="3215" actId="478"/>
          <ac:spMkLst>
            <pc:docMk/>
            <pc:sldMk cId="192973145" sldId="276"/>
            <ac:spMk id="2" creationId="{A993F201-A0CA-A848-A8D9-73EB72D60DB2}"/>
          </ac:spMkLst>
        </pc:spChg>
        <pc:spChg chg="del">
          <ac:chgData name="佳幸 島田" userId="d133913e2fa434e1" providerId="LiveId" clId="{F19A43D7-273B-4E4B-842D-F546009CF366}" dt="2026-04-11T06:44:55.421" v="3215" actId="478"/>
          <ac:spMkLst>
            <pc:docMk/>
            <pc:sldMk cId="192973145" sldId="276"/>
            <ac:spMk id="3" creationId="{23DB566C-FA66-E1F0-0A0F-6AFA304C25F8}"/>
          </ac:spMkLst>
        </pc:spChg>
        <pc:spChg chg="add mod">
          <ac:chgData name="佳幸 島田" userId="d133913e2fa434e1" providerId="LiveId" clId="{F19A43D7-273B-4E4B-842D-F546009CF366}" dt="2026-04-11T06:57:11.299" v="4119" actId="14100"/>
          <ac:spMkLst>
            <pc:docMk/>
            <pc:sldMk cId="192973145" sldId="276"/>
            <ac:spMk id="8" creationId="{6E5BE717-9654-938C-77A8-70770D6019FD}"/>
          </ac:spMkLst>
        </pc:spChg>
        <pc:spChg chg="add mod">
          <ac:chgData name="佳幸 島田" userId="d133913e2fa434e1" providerId="LiveId" clId="{F19A43D7-273B-4E4B-842D-F546009CF366}" dt="2026-04-11T06:54:02.661" v="3931"/>
          <ac:spMkLst>
            <pc:docMk/>
            <pc:sldMk cId="192973145" sldId="276"/>
            <ac:spMk id="9" creationId="{85655AF2-5E9B-1CA0-1AC8-6A874ED92FC3}"/>
          </ac:spMkLst>
        </pc:spChg>
        <pc:spChg chg="add del mod">
          <ac:chgData name="佳幸 島田" userId="d133913e2fa434e1" providerId="LiveId" clId="{F19A43D7-273B-4E4B-842D-F546009CF366}" dt="2026-04-11T06:51:18.173" v="3449" actId="478"/>
          <ac:spMkLst>
            <pc:docMk/>
            <pc:sldMk cId="192973145" sldId="276"/>
            <ac:spMk id="10" creationId="{C798D360-3E28-7B35-32E2-BA1BFE963C19}"/>
          </ac:spMkLst>
        </pc:spChg>
        <pc:spChg chg="add del mod">
          <ac:chgData name="佳幸 島田" userId="d133913e2fa434e1" providerId="LiveId" clId="{F19A43D7-273B-4E4B-842D-F546009CF366}" dt="2026-04-11T06:51:24.288" v="3452" actId="478"/>
          <ac:spMkLst>
            <pc:docMk/>
            <pc:sldMk cId="192973145" sldId="276"/>
            <ac:spMk id="11" creationId="{EF5E2339-DF6A-99BF-1C2C-969544BB9C3F}"/>
          </ac:spMkLst>
        </pc:spChg>
        <pc:spChg chg="add del mod">
          <ac:chgData name="佳幸 島田" userId="d133913e2fa434e1" providerId="LiveId" clId="{F19A43D7-273B-4E4B-842D-F546009CF366}" dt="2026-04-11T06:51:24.288" v="3452" actId="478"/>
          <ac:spMkLst>
            <pc:docMk/>
            <pc:sldMk cId="192973145" sldId="276"/>
            <ac:spMk id="12" creationId="{54D370E8-4E29-829F-6AD8-02286C0F2D83}"/>
          </ac:spMkLst>
        </pc:spChg>
        <pc:spChg chg="add del mod">
          <ac:chgData name="佳幸 島田" userId="d133913e2fa434e1" providerId="LiveId" clId="{F19A43D7-273B-4E4B-842D-F546009CF366}" dt="2026-04-11T06:52:17.355" v="3518" actId="478"/>
          <ac:spMkLst>
            <pc:docMk/>
            <pc:sldMk cId="192973145" sldId="276"/>
            <ac:spMk id="13" creationId="{98F93BCF-EB76-41FB-0E92-91025AE91BCE}"/>
          </ac:spMkLst>
        </pc:spChg>
        <pc:spChg chg="add del mod">
          <ac:chgData name="佳幸 島田" userId="d133913e2fa434e1" providerId="LiveId" clId="{F19A43D7-273B-4E4B-842D-F546009CF366}" dt="2026-04-11T06:52:18.739" v="3519" actId="478"/>
          <ac:spMkLst>
            <pc:docMk/>
            <pc:sldMk cId="192973145" sldId="276"/>
            <ac:spMk id="14" creationId="{0326C470-A89A-4675-0403-762F19609ACD}"/>
          </ac:spMkLst>
        </pc:spChg>
        <pc:spChg chg="add del mod">
          <ac:chgData name="佳幸 島田" userId="d133913e2fa434e1" providerId="LiveId" clId="{F19A43D7-273B-4E4B-842D-F546009CF366}" dt="2026-04-11T06:52:21.365" v="3521" actId="478"/>
          <ac:spMkLst>
            <pc:docMk/>
            <pc:sldMk cId="192973145" sldId="276"/>
            <ac:spMk id="15" creationId="{909FF3E2-16AC-ECD3-85D2-AA8A5AF9B025}"/>
          </ac:spMkLst>
        </pc:spChg>
        <pc:spChg chg="add del mod">
          <ac:chgData name="佳幸 島田" userId="d133913e2fa434e1" providerId="LiveId" clId="{F19A43D7-273B-4E4B-842D-F546009CF366}" dt="2026-04-11T06:52:20.010" v="3520" actId="478"/>
          <ac:spMkLst>
            <pc:docMk/>
            <pc:sldMk cId="192973145" sldId="276"/>
            <ac:spMk id="16" creationId="{510978E4-352E-297F-3DC7-7E3816D502C8}"/>
          </ac:spMkLst>
        </pc:spChg>
        <pc:spChg chg="add del mod">
          <ac:chgData name="佳幸 島田" userId="d133913e2fa434e1" providerId="LiveId" clId="{F19A43D7-273B-4E4B-842D-F546009CF366}" dt="2026-04-11T06:52:14.402" v="3517" actId="478"/>
          <ac:spMkLst>
            <pc:docMk/>
            <pc:sldMk cId="192973145" sldId="276"/>
            <ac:spMk id="17" creationId="{E8C68D31-FD45-7843-385B-55274DA12B9D}"/>
          </ac:spMkLst>
        </pc:spChg>
        <pc:spChg chg="add del mod">
          <ac:chgData name="佳幸 島田" userId="d133913e2fa434e1" providerId="LiveId" clId="{F19A43D7-273B-4E4B-842D-F546009CF366}" dt="2026-04-11T06:52:14.402" v="3517" actId="478"/>
          <ac:spMkLst>
            <pc:docMk/>
            <pc:sldMk cId="192973145" sldId="276"/>
            <ac:spMk id="18" creationId="{3AFF1247-AA8E-1AAE-B990-69176D71BD61}"/>
          </ac:spMkLst>
        </pc:spChg>
        <pc:spChg chg="add del mod">
          <ac:chgData name="佳幸 島田" userId="d133913e2fa434e1" providerId="LiveId" clId="{F19A43D7-273B-4E4B-842D-F546009CF366}" dt="2026-04-11T06:52:14.402" v="3517" actId="478"/>
          <ac:spMkLst>
            <pc:docMk/>
            <pc:sldMk cId="192973145" sldId="276"/>
            <ac:spMk id="19" creationId="{8AC46032-D6A4-63D2-0AB4-EE8D194A28BB}"/>
          </ac:spMkLst>
        </pc:spChg>
        <pc:picChg chg="add del">
          <ac:chgData name="佳幸 島田" userId="d133913e2fa434e1" providerId="LiveId" clId="{F19A43D7-273B-4E4B-842D-F546009CF366}" dt="2026-04-11T06:45:43.429" v="3219" actId="478"/>
          <ac:picMkLst>
            <pc:docMk/>
            <pc:sldMk cId="192973145" sldId="276"/>
            <ac:picMk id="5" creationId="{2B590BDF-C675-DD38-696B-F1BAB4B17183}"/>
          </ac:picMkLst>
        </pc:picChg>
        <pc:picChg chg="add mod">
          <ac:chgData name="佳幸 島田" userId="d133913e2fa434e1" providerId="LiveId" clId="{F19A43D7-273B-4E4B-842D-F546009CF366}" dt="2026-04-11T06:45:47.399" v="3220" actId="1076"/>
          <ac:picMkLst>
            <pc:docMk/>
            <pc:sldMk cId="192973145" sldId="276"/>
            <ac:picMk id="7" creationId="{89909855-631D-410D-31CD-25F0287E981D}"/>
          </ac:picMkLst>
        </pc:picChg>
      </pc:sldChg>
      <pc:sldChg chg="addSp modSp add mod">
        <pc:chgData name="佳幸 島田" userId="d133913e2fa434e1" providerId="LiveId" clId="{F19A43D7-273B-4E4B-842D-F546009CF366}" dt="2026-04-11T06:58:25.066" v="4272" actId="207"/>
        <pc:sldMkLst>
          <pc:docMk/>
          <pc:sldMk cId="374106349" sldId="277"/>
        </pc:sldMkLst>
        <pc:spChg chg="add mod">
          <ac:chgData name="佳幸 島田" userId="d133913e2fa434e1" providerId="LiveId" clId="{F19A43D7-273B-4E4B-842D-F546009CF366}" dt="2026-04-11T06:54:51.037" v="3938" actId="14100"/>
          <ac:spMkLst>
            <pc:docMk/>
            <pc:sldMk cId="374106349" sldId="277"/>
            <ac:spMk id="2" creationId="{C312A9D1-F400-8822-ACDD-28C83347CB04}"/>
          </ac:spMkLst>
        </pc:spChg>
        <pc:spChg chg="add mod">
          <ac:chgData name="佳幸 島田" userId="d133913e2fa434e1" providerId="LiveId" clId="{F19A43D7-273B-4E4B-842D-F546009CF366}" dt="2026-04-11T06:55:17.728" v="3974" actId="1036"/>
          <ac:spMkLst>
            <pc:docMk/>
            <pc:sldMk cId="374106349" sldId="277"/>
            <ac:spMk id="3" creationId="{CE29BE27-80F8-0814-AE56-652F41FAB9F2}"/>
          </ac:spMkLst>
        </pc:spChg>
        <pc:spChg chg="mod">
          <ac:chgData name="佳幸 島田" userId="d133913e2fa434e1" providerId="LiveId" clId="{F19A43D7-273B-4E4B-842D-F546009CF366}" dt="2026-04-11T06:58:25.066" v="4272" actId="207"/>
          <ac:spMkLst>
            <pc:docMk/>
            <pc:sldMk cId="374106349" sldId="277"/>
            <ac:spMk id="9" creationId="{ED728FEF-ABB5-8F99-F46F-9FED67258183}"/>
          </ac:spMkLst>
        </pc:spChg>
      </pc:sldChg>
      <pc:sldChg chg="modSp add mod">
        <pc:chgData name="佳幸 島田" userId="d133913e2fa434e1" providerId="LiveId" clId="{F19A43D7-273B-4E4B-842D-F546009CF366}" dt="2026-04-11T13:29:29.616" v="4673" actId="207"/>
        <pc:sldMkLst>
          <pc:docMk/>
          <pc:sldMk cId="713338587" sldId="278"/>
        </pc:sldMkLst>
        <pc:spChg chg="mod">
          <ac:chgData name="佳幸 島田" userId="d133913e2fa434e1" providerId="LiveId" clId="{F19A43D7-273B-4E4B-842D-F546009CF366}" dt="2026-04-11T06:58:57.950" v="4284"/>
          <ac:spMkLst>
            <pc:docMk/>
            <pc:sldMk cId="713338587" sldId="278"/>
            <ac:spMk id="3" creationId="{FF1B3B80-F161-BA5E-F1EC-163558255102}"/>
          </ac:spMkLst>
        </pc:spChg>
        <pc:spChg chg="mod">
          <ac:chgData name="佳幸 島田" userId="d133913e2fa434e1" providerId="LiveId" clId="{F19A43D7-273B-4E4B-842D-F546009CF366}" dt="2026-04-11T13:29:29.616" v="4673" actId="207"/>
          <ac:spMkLst>
            <pc:docMk/>
            <pc:sldMk cId="713338587" sldId="278"/>
            <ac:spMk id="9" creationId="{1B475EE8-AFBC-D96C-35C8-742C4E11DB0A}"/>
          </ac:spMkLst>
        </pc:spChg>
      </pc:sldChg>
      <pc:sldChg chg="addSp delSp modSp add mod ord">
        <pc:chgData name="佳幸 島田" userId="d133913e2fa434e1" providerId="LiveId" clId="{F19A43D7-273B-4E4B-842D-F546009CF366}" dt="2026-04-12T08:12:42.338" v="4969"/>
        <pc:sldMkLst>
          <pc:docMk/>
          <pc:sldMk cId="236841571" sldId="279"/>
        </pc:sldMkLst>
        <pc:spChg chg="add mod">
          <ac:chgData name="佳幸 島田" userId="d133913e2fa434e1" providerId="LiveId" clId="{F19A43D7-273B-4E4B-842D-F546009CF366}" dt="2026-04-12T06:22:12.389" v="4688" actId="14100"/>
          <ac:spMkLst>
            <pc:docMk/>
            <pc:sldMk cId="236841571" sldId="279"/>
            <ac:spMk id="4" creationId="{DBCBA85A-A91B-4F32-E517-9FC3530EFEB3}"/>
          </ac:spMkLst>
        </pc:spChg>
        <pc:spChg chg="add mod">
          <ac:chgData name="佳幸 島田" userId="d133913e2fa434e1" providerId="LiveId" clId="{F19A43D7-273B-4E4B-842D-F546009CF366}" dt="2026-04-12T07:22:20.495" v="4848"/>
          <ac:spMkLst>
            <pc:docMk/>
            <pc:sldMk cId="236841571" sldId="279"/>
            <ac:spMk id="5" creationId="{D497ABEC-4325-6295-7CBA-F11B0DF6C0AB}"/>
          </ac:spMkLst>
        </pc:spChg>
        <pc:spChg chg="del">
          <ac:chgData name="佳幸 島田" userId="d133913e2fa434e1" providerId="LiveId" clId="{F19A43D7-273B-4E4B-842D-F546009CF366}" dt="2026-04-12T06:21:39.588" v="4675" actId="478"/>
          <ac:spMkLst>
            <pc:docMk/>
            <pc:sldMk cId="236841571" sldId="279"/>
            <ac:spMk id="9" creationId="{6857E8C9-820F-ADC6-5468-DA10A191F3EF}"/>
          </ac:spMkLst>
        </pc:spChg>
        <pc:spChg chg="add mod">
          <ac:chgData name="佳幸 島田" userId="d133913e2fa434e1" providerId="LiveId" clId="{F19A43D7-273B-4E4B-842D-F546009CF366}" dt="2026-04-12T07:20:41.221" v="4807" actId="1076"/>
          <ac:spMkLst>
            <pc:docMk/>
            <pc:sldMk cId="236841571" sldId="279"/>
            <ac:spMk id="11" creationId="{FDEBFE0F-DC25-10F1-FB92-31AB6DA09FAD}"/>
          </ac:spMkLst>
        </pc:spChg>
        <pc:spChg chg="add mod">
          <ac:chgData name="佳幸 島田" userId="d133913e2fa434e1" providerId="LiveId" clId="{F19A43D7-273B-4E4B-842D-F546009CF366}" dt="2026-04-12T08:11:48.776" v="4878" actId="1076"/>
          <ac:spMkLst>
            <pc:docMk/>
            <pc:sldMk cId="236841571" sldId="279"/>
            <ac:spMk id="12" creationId="{B67F3FB5-0607-D0C7-7396-D6FDBA9DB876}"/>
          </ac:spMkLst>
        </pc:spChg>
        <pc:spChg chg="add mod">
          <ac:chgData name="佳幸 島田" userId="d133913e2fa434e1" providerId="LiveId" clId="{F19A43D7-273B-4E4B-842D-F546009CF366}" dt="2026-04-12T08:11:52.076" v="4879" actId="1076"/>
          <ac:spMkLst>
            <pc:docMk/>
            <pc:sldMk cId="236841571" sldId="279"/>
            <ac:spMk id="13" creationId="{B1700366-406A-E1FE-712E-A729B8FF9999}"/>
          </ac:spMkLst>
        </pc:spChg>
        <pc:spChg chg="add del mod">
          <ac:chgData name="佳幸 島田" userId="d133913e2fa434e1" providerId="LiveId" clId="{F19A43D7-273B-4E4B-842D-F546009CF366}" dt="2026-04-12T08:12:10.309" v="4885" actId="478"/>
          <ac:spMkLst>
            <pc:docMk/>
            <pc:sldMk cId="236841571" sldId="279"/>
            <ac:spMk id="14" creationId="{2713895A-9A0F-9AF6-C1BD-CEA57BF5232E}"/>
          </ac:spMkLst>
        </pc:spChg>
        <pc:spChg chg="add mod">
          <ac:chgData name="佳幸 島田" userId="d133913e2fa434e1" providerId="LiveId" clId="{F19A43D7-273B-4E4B-842D-F546009CF366}" dt="2026-04-12T08:12:29.587" v="4932" actId="403"/>
          <ac:spMkLst>
            <pc:docMk/>
            <pc:sldMk cId="236841571" sldId="279"/>
            <ac:spMk id="15" creationId="{7C0A0154-2116-6129-0D78-47F9A11FA96A}"/>
          </ac:spMkLst>
        </pc:spChg>
        <pc:spChg chg="add mod">
          <ac:chgData name="佳幸 島田" userId="d133913e2fa434e1" providerId="LiveId" clId="{F19A43D7-273B-4E4B-842D-F546009CF366}" dt="2026-04-12T08:12:42.338" v="4969"/>
          <ac:spMkLst>
            <pc:docMk/>
            <pc:sldMk cId="236841571" sldId="279"/>
            <ac:spMk id="16" creationId="{FB131FEF-F69F-AF2F-B634-95EA72D21005}"/>
          </ac:spMkLst>
        </pc:spChg>
        <pc:picChg chg="add mod">
          <ac:chgData name="佳幸 島田" userId="d133913e2fa434e1" providerId="LiveId" clId="{F19A43D7-273B-4E4B-842D-F546009CF366}" dt="2026-04-12T08:11:44.815" v="4877" actId="14100"/>
          <ac:picMkLst>
            <pc:docMk/>
            <pc:sldMk cId="236841571" sldId="279"/>
            <ac:picMk id="10" creationId="{AE236427-7A6D-A31E-BA85-B8C7A0CF9E89}"/>
          </ac:picMkLst>
        </pc:picChg>
      </pc:sldChg>
    </pc:docChg>
  </pc:docChgLst>
  <pc:docChgLst>
    <pc:chgData name="佳幸 島田" userId="d133913e2fa434e1" providerId="LiveId" clId="{CCB085A5-FD47-404D-B302-3BC0BAFCC06E}"/>
    <pc:docChg chg="custSel addSld modSld">
      <pc:chgData name="佳幸 島田" userId="d133913e2fa434e1" providerId="LiveId" clId="{CCB085A5-FD47-404D-B302-3BC0BAFCC06E}" dt="2026-04-03T04:00:02.476" v="20" actId="1037"/>
      <pc:docMkLst>
        <pc:docMk/>
      </pc:docMkLst>
      <pc:sldChg chg="addSp delSp modSp new mod">
        <pc:chgData name="佳幸 島田" userId="d133913e2fa434e1" providerId="LiveId" clId="{CCB085A5-FD47-404D-B302-3BC0BAFCC06E}" dt="2026-04-03T04:00:02.476" v="20" actId="1037"/>
        <pc:sldMkLst>
          <pc:docMk/>
          <pc:sldMk cId="3592999772" sldId="260"/>
        </pc:sldMkLst>
        <pc:spChg chg="add mod">
          <ac:chgData name="佳幸 島田" userId="d133913e2fa434e1" providerId="LiveId" clId="{CCB085A5-FD47-404D-B302-3BC0BAFCC06E}" dt="2026-04-03T04:00:02.476" v="20" actId="1037"/>
          <ac:spMkLst>
            <pc:docMk/>
            <pc:sldMk cId="3592999772" sldId="260"/>
            <ac:spMk id="6" creationId="{22FC5548-2B41-6176-F8CE-FCED2F50A3E3}"/>
          </ac:spMkLst>
        </pc:spChg>
        <pc:picChg chg="add mod">
          <ac:chgData name="佳幸 島田" userId="d133913e2fa434e1" providerId="LiveId" clId="{CCB085A5-FD47-404D-B302-3BC0BAFCC06E}" dt="2026-04-03T03:59:34.351" v="5" actId="14100"/>
          <ac:picMkLst>
            <pc:docMk/>
            <pc:sldMk cId="3592999772" sldId="260"/>
            <ac:picMk id="5" creationId="{E5B592C7-98EB-DAB2-0B5A-D05FC80D149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7DCB3CE-136F-4F9A-8E89-47828ED48E5C}" type="datetimeFigureOut">
              <a:rPr kumimoji="1" lang="ja-JP" altLang="en-US" smtClean="0"/>
              <a:t>2026/9/23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1595786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7DCB3CE-136F-4F9A-8E89-47828ED48E5C}" type="datetimeFigureOut">
              <a:rPr kumimoji="1" lang="ja-JP" altLang="en-US" smtClean="0"/>
              <a:t>2026/9/23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367465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F7DCB3CE-136F-4F9A-8E89-47828ED48E5C}" type="datetimeFigureOut">
              <a:rPr kumimoji="1" lang="ja-JP" altLang="en-US" smtClean="0"/>
              <a:t>2026/9/23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1250107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F7DCB3CE-136F-4F9A-8E89-47828ED48E5C}" type="datetimeFigureOut">
              <a:rPr kumimoji="1" lang="ja-JP" altLang="en-US" smtClean="0"/>
              <a:t>2026/9/23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3346666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F7DCB3CE-136F-4F9A-8E89-47828ED48E5C}" type="datetimeFigureOut">
              <a:rPr kumimoji="1" lang="ja-JP" altLang="en-US" smtClean="0"/>
              <a:t>2026/9/23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317671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F7DCB3CE-136F-4F9A-8E89-47828ED48E5C}" type="datetimeFigureOut">
              <a:rPr kumimoji="1" lang="ja-JP" altLang="en-US" smtClean="0"/>
              <a:t>2026/9/23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4158257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DCB3CE-136F-4F9A-8E89-47828ED48E5C}" type="datetimeFigureOut">
              <a:rPr kumimoji="1" lang="ja-JP" altLang="en-US" smtClean="0"/>
              <a:t>2026/9/23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1648976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7DCB3CE-136F-4F9A-8E89-47828ED48E5C}" type="datetimeFigureOut">
              <a:rPr kumimoji="1" lang="ja-JP" altLang="en-US" smtClean="0"/>
              <a:t>2026/9/23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755798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7DCB3CE-136F-4F9A-8E89-47828ED48E5C}" type="datetimeFigureOut">
              <a:rPr kumimoji="1" lang="ja-JP" altLang="en-US" smtClean="0"/>
              <a:t>2026/9/23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515680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7DCB3CE-136F-4F9A-8E89-47828ED48E5C}" type="datetimeFigureOut">
              <a:rPr kumimoji="1" lang="ja-JP" altLang="en-US" smtClean="0"/>
              <a:t>2026/9/23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1624228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7DCB3CE-136F-4F9A-8E89-47828ED48E5C}" type="datetimeFigureOut">
              <a:rPr kumimoji="1" lang="ja-JP" altLang="en-US" smtClean="0"/>
              <a:t>2026/9/23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2582438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F7DCB3CE-136F-4F9A-8E89-47828ED48E5C}" type="datetimeFigureOut">
              <a:rPr kumimoji="1" lang="ja-JP" altLang="en-US" smtClean="0"/>
              <a:t>2026/9/23</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6E81BDD0-D50B-4F42-AD4F-C26E39DA5885}" type="slidenum">
              <a:rPr kumimoji="1" lang="ja-JP" altLang="en-US" smtClean="0"/>
              <a:t>‹#›</a:t>
            </a:fld>
            <a:endParaRPr kumimoji="1" lang="ja-JP" altLang="en-US"/>
          </a:p>
        </p:txBody>
      </p:sp>
    </p:spTree>
    <p:extLst>
      <p:ext uri="{BB962C8B-B14F-4D97-AF65-F5344CB8AC3E}">
        <p14:creationId xmlns:p14="http://schemas.microsoft.com/office/powerpoint/2010/main" val="347857357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image" Target="../media/image14.png"/><Relationship Id="rId16"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E70553A6-D51A-9CE5-F20F-46E045F9BEE5}"/>
              </a:ext>
            </a:extLst>
          </p:cNvPr>
          <p:cNvCxnSpPr/>
          <p:nvPr/>
        </p:nvCxnSpPr>
        <p:spPr>
          <a:xfrm>
            <a:off x="7709647" y="0"/>
            <a:ext cx="0" cy="685800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2657A44-90F4-BBC9-0D07-0075CFB8286E}"/>
              </a:ext>
            </a:extLst>
          </p:cNvPr>
          <p:cNvSpPr txBox="1"/>
          <p:nvPr/>
        </p:nvSpPr>
        <p:spPr>
          <a:xfrm>
            <a:off x="8346142" y="2321860"/>
            <a:ext cx="3212739" cy="1446550"/>
          </a:xfrm>
          <a:prstGeom prst="rect">
            <a:avLst/>
          </a:prstGeom>
          <a:noFill/>
        </p:spPr>
        <p:txBody>
          <a:bodyPr wrap="none" rtlCol="0">
            <a:spAutoFit/>
          </a:bodyPr>
          <a:lstStyle/>
          <a:p>
            <a:r>
              <a:rPr kumimoji="1" lang="en-US" altLang="ja-JP" sz="8800" b="1" dirty="0"/>
              <a:t>20:07</a:t>
            </a:r>
            <a:endParaRPr kumimoji="1" lang="ja-JP" altLang="en-US" sz="8800" b="1" dirty="0"/>
          </a:p>
        </p:txBody>
      </p:sp>
      <p:sp>
        <p:nvSpPr>
          <p:cNvPr id="7" name="テキスト ボックス 6">
            <a:extLst>
              <a:ext uri="{FF2B5EF4-FFF2-40B4-BE49-F238E27FC236}">
                <a16:creationId xmlns:a16="http://schemas.microsoft.com/office/drawing/2014/main" id="{A45C910D-5E68-694C-0939-013745B790F6}"/>
              </a:ext>
            </a:extLst>
          </p:cNvPr>
          <p:cNvSpPr txBox="1"/>
          <p:nvPr/>
        </p:nvSpPr>
        <p:spPr>
          <a:xfrm>
            <a:off x="8488007" y="3568355"/>
            <a:ext cx="2929007" cy="400110"/>
          </a:xfrm>
          <a:prstGeom prst="rect">
            <a:avLst/>
          </a:prstGeom>
          <a:noFill/>
        </p:spPr>
        <p:txBody>
          <a:bodyPr wrap="none" rtlCol="0">
            <a:spAutoFit/>
          </a:bodyPr>
          <a:lstStyle/>
          <a:p>
            <a:r>
              <a:rPr kumimoji="1" lang="en-US" altLang="ja-JP" sz="2000" b="1" dirty="0"/>
              <a:t>2026</a:t>
            </a:r>
            <a:r>
              <a:rPr kumimoji="1" lang="ja-JP" altLang="en-US" sz="2000" b="1" dirty="0"/>
              <a:t>年</a:t>
            </a:r>
            <a:r>
              <a:rPr kumimoji="1" lang="en-US" altLang="ja-JP" sz="2000" b="1" dirty="0"/>
              <a:t>03</a:t>
            </a:r>
            <a:r>
              <a:rPr kumimoji="1" lang="ja-JP" altLang="en-US" sz="2000" b="1" dirty="0"/>
              <a:t>月</a:t>
            </a:r>
            <a:r>
              <a:rPr kumimoji="1" lang="en-US" altLang="ja-JP" sz="2000" b="1" dirty="0"/>
              <a:t>28</a:t>
            </a:r>
            <a:r>
              <a:rPr kumimoji="1" lang="ja-JP" altLang="en-US" sz="2000" b="1" dirty="0"/>
              <a:t>日（土）</a:t>
            </a:r>
          </a:p>
        </p:txBody>
      </p:sp>
      <p:cxnSp>
        <p:nvCxnSpPr>
          <p:cNvPr id="8" name="直線コネクタ 7">
            <a:extLst>
              <a:ext uri="{FF2B5EF4-FFF2-40B4-BE49-F238E27FC236}">
                <a16:creationId xmlns:a16="http://schemas.microsoft.com/office/drawing/2014/main" id="{2EC45766-550E-9D55-BAB2-A6501F06E91B}"/>
              </a:ext>
            </a:extLst>
          </p:cNvPr>
          <p:cNvCxnSpPr>
            <a:cxnSpLocks/>
          </p:cNvCxnSpPr>
          <p:nvPr/>
        </p:nvCxnSpPr>
        <p:spPr>
          <a:xfrm>
            <a:off x="0" y="505257"/>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4F728618-5D06-7D2C-9B90-076242D58CD7}"/>
              </a:ext>
            </a:extLst>
          </p:cNvPr>
          <p:cNvSpPr txBox="1"/>
          <p:nvPr/>
        </p:nvSpPr>
        <p:spPr>
          <a:xfrm>
            <a:off x="-1" y="71718"/>
            <a:ext cx="3607078" cy="369332"/>
          </a:xfrm>
          <a:prstGeom prst="rect">
            <a:avLst/>
          </a:prstGeom>
          <a:noFill/>
        </p:spPr>
        <p:txBody>
          <a:bodyPr wrap="none" rtlCol="0">
            <a:spAutoFit/>
          </a:bodyPr>
          <a:lstStyle/>
          <a:p>
            <a:r>
              <a:rPr kumimoji="1" lang="ja-JP" altLang="en-US" b="1" dirty="0"/>
              <a:t>田島三丁目　　</a:t>
            </a:r>
            <a:r>
              <a:rPr kumimoji="1" lang="en-US" altLang="ja-JP" b="1" dirty="0"/>
              <a:t>Tajima 3-chome</a:t>
            </a:r>
            <a:endParaRPr kumimoji="1" lang="ja-JP" altLang="en-US" dirty="0"/>
          </a:p>
        </p:txBody>
      </p:sp>
      <p:sp>
        <p:nvSpPr>
          <p:cNvPr id="13" name="正方形/長方形 12">
            <a:extLst>
              <a:ext uri="{FF2B5EF4-FFF2-40B4-BE49-F238E27FC236}">
                <a16:creationId xmlns:a16="http://schemas.microsoft.com/office/drawing/2014/main" id="{44D0A85D-4910-8EFB-C144-4448CB87CEAD}"/>
              </a:ext>
            </a:extLst>
          </p:cNvPr>
          <p:cNvSpPr/>
          <p:nvPr/>
        </p:nvSpPr>
        <p:spPr>
          <a:xfrm>
            <a:off x="8965" y="523187"/>
            <a:ext cx="188259" cy="50525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b="1" dirty="0"/>
          </a:p>
        </p:txBody>
      </p:sp>
      <p:sp>
        <p:nvSpPr>
          <p:cNvPr id="14" name="テキスト ボックス 13">
            <a:extLst>
              <a:ext uri="{FF2B5EF4-FFF2-40B4-BE49-F238E27FC236}">
                <a16:creationId xmlns:a16="http://schemas.microsoft.com/office/drawing/2014/main" id="{513731BA-2D4F-0EDD-295C-B26E0C9ADB5D}"/>
              </a:ext>
            </a:extLst>
          </p:cNvPr>
          <p:cNvSpPr txBox="1"/>
          <p:nvPr/>
        </p:nvSpPr>
        <p:spPr>
          <a:xfrm>
            <a:off x="197224" y="591149"/>
            <a:ext cx="6774611" cy="369332"/>
          </a:xfrm>
          <a:prstGeom prst="rect">
            <a:avLst/>
          </a:prstGeom>
          <a:noFill/>
        </p:spPr>
        <p:txBody>
          <a:bodyPr wrap="none" rtlCol="0">
            <a:spAutoFit/>
          </a:bodyPr>
          <a:lstStyle/>
          <a:p>
            <a:r>
              <a:rPr kumimoji="1" lang="ja-JP" altLang="en-US" b="1" dirty="0"/>
              <a:t>大池橋・地下鉄今里・なんば方面　</a:t>
            </a:r>
            <a:r>
              <a:rPr kumimoji="1" lang="en-US" altLang="ja-JP" sz="1200" b="1" dirty="0"/>
              <a:t>For </a:t>
            </a:r>
            <a:r>
              <a:rPr kumimoji="1" lang="en-US" altLang="ja-JP" sz="1200" b="1" dirty="0" err="1"/>
              <a:t>Oikebashi</a:t>
            </a:r>
            <a:r>
              <a:rPr kumimoji="1" lang="en-US" altLang="ja-JP" sz="1200" b="1" dirty="0"/>
              <a:t> Subway </a:t>
            </a:r>
            <a:r>
              <a:rPr kumimoji="1" lang="en-US" altLang="ja-JP" sz="1200" b="1" dirty="0" err="1"/>
              <a:t>Imazato</a:t>
            </a:r>
            <a:r>
              <a:rPr kumimoji="1" lang="en-US" altLang="ja-JP" sz="1200" b="1" dirty="0"/>
              <a:t> Namba</a:t>
            </a:r>
            <a:endParaRPr kumimoji="1" lang="ja-JP" altLang="en-US" dirty="0"/>
          </a:p>
        </p:txBody>
      </p:sp>
      <p:cxnSp>
        <p:nvCxnSpPr>
          <p:cNvPr id="16" name="直線コネクタ 15">
            <a:extLst>
              <a:ext uri="{FF2B5EF4-FFF2-40B4-BE49-F238E27FC236}">
                <a16:creationId xmlns:a16="http://schemas.microsoft.com/office/drawing/2014/main" id="{69F20FF4-5606-CD6A-054E-28245EE90F52}"/>
              </a:ext>
            </a:extLst>
          </p:cNvPr>
          <p:cNvCxnSpPr>
            <a:cxnSpLocks/>
          </p:cNvCxnSpPr>
          <p:nvPr/>
        </p:nvCxnSpPr>
        <p:spPr>
          <a:xfrm>
            <a:off x="0" y="1028443"/>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82DDB095-C4D4-1293-9116-5AC035C45474}"/>
              </a:ext>
            </a:extLst>
          </p:cNvPr>
          <p:cNvCxnSpPr>
            <a:cxnSpLocks/>
          </p:cNvCxnSpPr>
          <p:nvPr/>
        </p:nvCxnSpPr>
        <p:spPr>
          <a:xfrm>
            <a:off x="0" y="2086278"/>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D1AADDC2-357E-DE42-731A-70844733AF3D}"/>
              </a:ext>
            </a:extLst>
          </p:cNvPr>
          <p:cNvCxnSpPr>
            <a:cxnSpLocks/>
          </p:cNvCxnSpPr>
          <p:nvPr/>
        </p:nvCxnSpPr>
        <p:spPr>
          <a:xfrm>
            <a:off x="0" y="3215831"/>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8853CDE3-4D90-EC4B-5D7A-86F3776C2BEE}"/>
              </a:ext>
            </a:extLst>
          </p:cNvPr>
          <p:cNvSpPr txBox="1"/>
          <p:nvPr/>
        </p:nvSpPr>
        <p:spPr>
          <a:xfrm>
            <a:off x="8965" y="1046372"/>
            <a:ext cx="1701107" cy="769441"/>
          </a:xfrm>
          <a:prstGeom prst="rect">
            <a:avLst/>
          </a:prstGeom>
          <a:noFill/>
        </p:spPr>
        <p:txBody>
          <a:bodyPr wrap="none" rtlCol="0">
            <a:spAutoFit/>
          </a:bodyPr>
          <a:lstStyle/>
          <a:p>
            <a:r>
              <a:rPr kumimoji="1" lang="en-US" altLang="ja-JP" sz="4400" b="1" dirty="0"/>
              <a:t>20:15</a:t>
            </a:r>
            <a:endParaRPr kumimoji="1" lang="ja-JP" altLang="en-US" sz="4400" b="1" dirty="0"/>
          </a:p>
        </p:txBody>
      </p:sp>
      <p:sp>
        <p:nvSpPr>
          <p:cNvPr id="20" name="テキスト ボックス 19">
            <a:extLst>
              <a:ext uri="{FF2B5EF4-FFF2-40B4-BE49-F238E27FC236}">
                <a16:creationId xmlns:a16="http://schemas.microsoft.com/office/drawing/2014/main" id="{14F3E507-50D4-9D8E-BB8E-81D34B3BD66B}"/>
              </a:ext>
            </a:extLst>
          </p:cNvPr>
          <p:cNvSpPr txBox="1"/>
          <p:nvPr/>
        </p:nvSpPr>
        <p:spPr>
          <a:xfrm>
            <a:off x="2757808" y="1096406"/>
            <a:ext cx="1338828" cy="646331"/>
          </a:xfrm>
          <a:prstGeom prst="rect">
            <a:avLst/>
          </a:prstGeom>
          <a:noFill/>
        </p:spPr>
        <p:txBody>
          <a:bodyPr wrap="none" rtlCol="0">
            <a:spAutoFit/>
          </a:bodyPr>
          <a:lstStyle/>
          <a:p>
            <a:r>
              <a:rPr kumimoji="1" lang="ja-JP" altLang="en-US" dirty="0"/>
              <a:t>地下鉄今里</a:t>
            </a:r>
            <a:endParaRPr kumimoji="1" lang="en-US" altLang="ja-JP" dirty="0"/>
          </a:p>
          <a:p>
            <a:r>
              <a:rPr kumimoji="1" lang="ja-JP" altLang="en-US" dirty="0"/>
              <a:t>玉造方面</a:t>
            </a:r>
            <a:endParaRPr kumimoji="1" lang="en-US" altLang="ja-JP" dirty="0"/>
          </a:p>
        </p:txBody>
      </p:sp>
      <p:sp>
        <p:nvSpPr>
          <p:cNvPr id="21" name="テキスト ボックス 20">
            <a:extLst>
              <a:ext uri="{FF2B5EF4-FFF2-40B4-BE49-F238E27FC236}">
                <a16:creationId xmlns:a16="http://schemas.microsoft.com/office/drawing/2014/main" id="{54C2C820-DC17-6D76-586D-8AB6C567A20F}"/>
              </a:ext>
            </a:extLst>
          </p:cNvPr>
          <p:cNvSpPr txBox="1"/>
          <p:nvPr/>
        </p:nvSpPr>
        <p:spPr>
          <a:xfrm>
            <a:off x="372355" y="1717431"/>
            <a:ext cx="822661" cy="307777"/>
          </a:xfrm>
          <a:prstGeom prst="rect">
            <a:avLst/>
          </a:prstGeom>
          <a:noFill/>
        </p:spPr>
        <p:txBody>
          <a:bodyPr wrap="none" rtlCol="0">
            <a:spAutoFit/>
          </a:bodyPr>
          <a:lstStyle/>
          <a:p>
            <a:r>
              <a:rPr kumimoji="1" lang="ja-JP" altLang="en-US" sz="1400" dirty="0">
                <a:solidFill>
                  <a:srgbClr val="FF0000"/>
                </a:solidFill>
              </a:rPr>
              <a:t>あと</a:t>
            </a:r>
            <a:r>
              <a:rPr kumimoji="1" lang="en-US" altLang="ja-JP" sz="1400" dirty="0">
                <a:solidFill>
                  <a:srgbClr val="FF0000"/>
                </a:solidFill>
              </a:rPr>
              <a:t>8</a:t>
            </a:r>
            <a:r>
              <a:rPr kumimoji="1" lang="ja-JP" altLang="en-US" sz="1400" dirty="0">
                <a:solidFill>
                  <a:srgbClr val="FF0000"/>
                </a:solidFill>
              </a:rPr>
              <a:t>分</a:t>
            </a:r>
          </a:p>
        </p:txBody>
      </p:sp>
      <p:sp>
        <p:nvSpPr>
          <p:cNvPr id="22" name="正方形/長方形 21">
            <a:extLst>
              <a:ext uri="{FF2B5EF4-FFF2-40B4-BE49-F238E27FC236}">
                <a16:creationId xmlns:a16="http://schemas.microsoft.com/office/drawing/2014/main" id="{4DEC1175-AAC6-5AB8-A6D7-DC384C426F26}"/>
              </a:ext>
            </a:extLst>
          </p:cNvPr>
          <p:cNvSpPr/>
          <p:nvPr/>
        </p:nvSpPr>
        <p:spPr>
          <a:xfrm>
            <a:off x="1710073" y="1096407"/>
            <a:ext cx="979337" cy="928802"/>
          </a:xfrm>
          <a:prstGeom prst="rec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85</a:t>
            </a:r>
            <a:endParaRPr kumimoji="1" lang="ja-JP" altLang="en-US" sz="3600" dirty="0"/>
          </a:p>
        </p:txBody>
      </p:sp>
      <p:sp>
        <p:nvSpPr>
          <p:cNvPr id="23" name="テキスト ボックス 22">
            <a:extLst>
              <a:ext uri="{FF2B5EF4-FFF2-40B4-BE49-F238E27FC236}">
                <a16:creationId xmlns:a16="http://schemas.microsoft.com/office/drawing/2014/main" id="{6DE24171-A0AD-8D67-83D5-881E1FD3C04D}"/>
              </a:ext>
            </a:extLst>
          </p:cNvPr>
          <p:cNvSpPr txBox="1"/>
          <p:nvPr/>
        </p:nvSpPr>
        <p:spPr>
          <a:xfrm>
            <a:off x="2757808" y="1717431"/>
            <a:ext cx="1616148" cy="276999"/>
          </a:xfrm>
          <a:prstGeom prst="rect">
            <a:avLst/>
          </a:prstGeom>
          <a:noFill/>
        </p:spPr>
        <p:txBody>
          <a:bodyPr wrap="none" rtlCol="0">
            <a:spAutoFit/>
          </a:bodyPr>
          <a:lstStyle/>
          <a:p>
            <a:r>
              <a:rPr kumimoji="1" lang="en-US" altLang="ja-JP" sz="1200" dirty="0"/>
              <a:t>Via Subway </a:t>
            </a:r>
            <a:r>
              <a:rPr kumimoji="1" lang="en-US" altLang="ja-JP" sz="1200" dirty="0" err="1"/>
              <a:t>Imazato</a:t>
            </a:r>
            <a:endParaRPr kumimoji="1" lang="ja-JP" altLang="en-US" sz="1200" dirty="0"/>
          </a:p>
        </p:txBody>
      </p:sp>
      <p:sp>
        <p:nvSpPr>
          <p:cNvPr id="24" name="テキスト ボックス 23">
            <a:extLst>
              <a:ext uri="{FF2B5EF4-FFF2-40B4-BE49-F238E27FC236}">
                <a16:creationId xmlns:a16="http://schemas.microsoft.com/office/drawing/2014/main" id="{987F58B0-05AC-4E4A-788C-1719689D3914}"/>
              </a:ext>
            </a:extLst>
          </p:cNvPr>
          <p:cNvSpPr txBox="1"/>
          <p:nvPr/>
        </p:nvSpPr>
        <p:spPr>
          <a:xfrm>
            <a:off x="4834448" y="1096406"/>
            <a:ext cx="1415772" cy="584775"/>
          </a:xfrm>
          <a:prstGeom prst="rect">
            <a:avLst/>
          </a:prstGeom>
          <a:noFill/>
        </p:spPr>
        <p:txBody>
          <a:bodyPr wrap="none" rtlCol="0">
            <a:spAutoFit/>
          </a:bodyPr>
          <a:lstStyle/>
          <a:p>
            <a:r>
              <a:rPr kumimoji="1" lang="ja-JP" altLang="en-US" sz="3200" dirty="0"/>
              <a:t>なんば</a:t>
            </a:r>
            <a:endParaRPr kumimoji="1" lang="en-US" altLang="ja-JP" sz="3200" dirty="0"/>
          </a:p>
        </p:txBody>
      </p:sp>
      <p:sp>
        <p:nvSpPr>
          <p:cNvPr id="25" name="テキスト ボックス 24">
            <a:extLst>
              <a:ext uri="{FF2B5EF4-FFF2-40B4-BE49-F238E27FC236}">
                <a16:creationId xmlns:a16="http://schemas.microsoft.com/office/drawing/2014/main" id="{6D0ADEE1-0293-9E00-1B2F-254C10C294A2}"/>
              </a:ext>
            </a:extLst>
          </p:cNvPr>
          <p:cNvSpPr txBox="1"/>
          <p:nvPr/>
        </p:nvSpPr>
        <p:spPr>
          <a:xfrm>
            <a:off x="4956407" y="1717431"/>
            <a:ext cx="971741" cy="276999"/>
          </a:xfrm>
          <a:prstGeom prst="rect">
            <a:avLst/>
          </a:prstGeom>
          <a:noFill/>
        </p:spPr>
        <p:txBody>
          <a:bodyPr wrap="none" rtlCol="0">
            <a:spAutoFit/>
          </a:bodyPr>
          <a:lstStyle/>
          <a:p>
            <a:r>
              <a:rPr kumimoji="1" lang="en-US" altLang="ja-JP" sz="1200" dirty="0"/>
              <a:t>For Namba</a:t>
            </a:r>
            <a:endParaRPr kumimoji="1" lang="ja-JP" altLang="en-US" sz="1200" dirty="0"/>
          </a:p>
        </p:txBody>
      </p:sp>
      <p:sp>
        <p:nvSpPr>
          <p:cNvPr id="27" name="テキスト ボックス 26">
            <a:extLst>
              <a:ext uri="{FF2B5EF4-FFF2-40B4-BE49-F238E27FC236}">
                <a16:creationId xmlns:a16="http://schemas.microsoft.com/office/drawing/2014/main" id="{7435E94B-3B8D-2634-33DC-1A0504818A37}"/>
              </a:ext>
            </a:extLst>
          </p:cNvPr>
          <p:cNvSpPr txBox="1"/>
          <p:nvPr/>
        </p:nvSpPr>
        <p:spPr>
          <a:xfrm>
            <a:off x="8965" y="2093172"/>
            <a:ext cx="1701107" cy="769441"/>
          </a:xfrm>
          <a:prstGeom prst="rect">
            <a:avLst/>
          </a:prstGeom>
          <a:noFill/>
        </p:spPr>
        <p:txBody>
          <a:bodyPr wrap="none" rtlCol="0">
            <a:spAutoFit/>
          </a:bodyPr>
          <a:lstStyle/>
          <a:p>
            <a:r>
              <a:rPr kumimoji="1" lang="en-US" altLang="ja-JP" sz="4400" b="1" dirty="0"/>
              <a:t>20:30</a:t>
            </a:r>
            <a:endParaRPr kumimoji="1" lang="ja-JP" altLang="en-US" sz="4400" b="1" dirty="0"/>
          </a:p>
        </p:txBody>
      </p:sp>
      <p:sp>
        <p:nvSpPr>
          <p:cNvPr id="28" name="正方形/長方形 27">
            <a:extLst>
              <a:ext uri="{FF2B5EF4-FFF2-40B4-BE49-F238E27FC236}">
                <a16:creationId xmlns:a16="http://schemas.microsoft.com/office/drawing/2014/main" id="{8E750BB9-5623-1B46-5FCD-B89E9B433E53}"/>
              </a:ext>
            </a:extLst>
          </p:cNvPr>
          <p:cNvSpPr/>
          <p:nvPr/>
        </p:nvSpPr>
        <p:spPr>
          <a:xfrm>
            <a:off x="1710073" y="2191357"/>
            <a:ext cx="979337" cy="928802"/>
          </a:xfrm>
          <a:prstGeom prst="rec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35A</a:t>
            </a:r>
            <a:endParaRPr kumimoji="1" lang="ja-JP" altLang="en-US" sz="3600" dirty="0"/>
          </a:p>
        </p:txBody>
      </p:sp>
      <p:sp>
        <p:nvSpPr>
          <p:cNvPr id="29" name="テキスト ボックス 28">
            <a:extLst>
              <a:ext uri="{FF2B5EF4-FFF2-40B4-BE49-F238E27FC236}">
                <a16:creationId xmlns:a16="http://schemas.microsoft.com/office/drawing/2014/main" id="{E025D684-820E-9AAC-F12F-B5C92CC77704}"/>
              </a:ext>
            </a:extLst>
          </p:cNvPr>
          <p:cNvSpPr txBox="1"/>
          <p:nvPr/>
        </p:nvSpPr>
        <p:spPr>
          <a:xfrm>
            <a:off x="2757808" y="2207926"/>
            <a:ext cx="1800493" cy="646331"/>
          </a:xfrm>
          <a:prstGeom prst="rect">
            <a:avLst/>
          </a:prstGeom>
          <a:noFill/>
        </p:spPr>
        <p:txBody>
          <a:bodyPr wrap="none" rtlCol="0">
            <a:spAutoFit/>
          </a:bodyPr>
          <a:lstStyle/>
          <a:p>
            <a:r>
              <a:rPr kumimoji="1" lang="ja-JP" altLang="en-US" dirty="0"/>
              <a:t>大池橋</a:t>
            </a:r>
            <a:endParaRPr kumimoji="1" lang="en-US" altLang="ja-JP" dirty="0"/>
          </a:p>
          <a:p>
            <a:r>
              <a:rPr kumimoji="1" lang="ja-JP" altLang="en-US" dirty="0"/>
              <a:t>中川二丁目方面</a:t>
            </a:r>
            <a:endParaRPr kumimoji="1" lang="en-US" altLang="ja-JP" dirty="0"/>
          </a:p>
        </p:txBody>
      </p:sp>
      <p:sp>
        <p:nvSpPr>
          <p:cNvPr id="30" name="テキスト ボックス 29">
            <a:extLst>
              <a:ext uri="{FF2B5EF4-FFF2-40B4-BE49-F238E27FC236}">
                <a16:creationId xmlns:a16="http://schemas.microsoft.com/office/drawing/2014/main" id="{4A864A11-EC13-2F7C-585F-30B3B5428E7B}"/>
              </a:ext>
            </a:extLst>
          </p:cNvPr>
          <p:cNvSpPr txBox="1"/>
          <p:nvPr/>
        </p:nvSpPr>
        <p:spPr>
          <a:xfrm>
            <a:off x="2757808" y="2828951"/>
            <a:ext cx="1176925" cy="276999"/>
          </a:xfrm>
          <a:prstGeom prst="rect">
            <a:avLst/>
          </a:prstGeom>
          <a:noFill/>
        </p:spPr>
        <p:txBody>
          <a:bodyPr wrap="none" rtlCol="0">
            <a:spAutoFit/>
          </a:bodyPr>
          <a:lstStyle/>
          <a:p>
            <a:r>
              <a:rPr kumimoji="1" lang="en-US" altLang="ja-JP" sz="1200" dirty="0"/>
              <a:t>Via </a:t>
            </a:r>
            <a:r>
              <a:rPr kumimoji="1" lang="en-US" altLang="ja-JP" sz="1200" dirty="0" err="1"/>
              <a:t>Oikebashi</a:t>
            </a:r>
            <a:endParaRPr kumimoji="1" lang="ja-JP" altLang="en-US" sz="1200" dirty="0"/>
          </a:p>
        </p:txBody>
      </p:sp>
      <p:sp>
        <p:nvSpPr>
          <p:cNvPr id="31" name="テキスト ボックス 30">
            <a:extLst>
              <a:ext uri="{FF2B5EF4-FFF2-40B4-BE49-F238E27FC236}">
                <a16:creationId xmlns:a16="http://schemas.microsoft.com/office/drawing/2014/main" id="{5948F90D-4BC2-D374-27F6-3AA50621EEC3}"/>
              </a:ext>
            </a:extLst>
          </p:cNvPr>
          <p:cNvSpPr txBox="1"/>
          <p:nvPr/>
        </p:nvSpPr>
        <p:spPr>
          <a:xfrm>
            <a:off x="4834448" y="2207926"/>
            <a:ext cx="2236510" cy="584775"/>
          </a:xfrm>
          <a:prstGeom prst="rect">
            <a:avLst/>
          </a:prstGeom>
          <a:noFill/>
        </p:spPr>
        <p:txBody>
          <a:bodyPr wrap="none" rtlCol="0">
            <a:spAutoFit/>
          </a:bodyPr>
          <a:lstStyle/>
          <a:p>
            <a:r>
              <a:rPr kumimoji="1" lang="ja-JP" altLang="en-US" sz="3200" dirty="0"/>
              <a:t>地下鉄今里</a:t>
            </a:r>
            <a:endParaRPr kumimoji="1" lang="en-US" altLang="ja-JP" sz="3200" dirty="0"/>
          </a:p>
        </p:txBody>
      </p:sp>
      <p:sp>
        <p:nvSpPr>
          <p:cNvPr id="32" name="テキスト ボックス 31">
            <a:extLst>
              <a:ext uri="{FF2B5EF4-FFF2-40B4-BE49-F238E27FC236}">
                <a16:creationId xmlns:a16="http://schemas.microsoft.com/office/drawing/2014/main" id="{1981D056-DB08-F1C0-1A0F-C2B2534F8724}"/>
              </a:ext>
            </a:extLst>
          </p:cNvPr>
          <p:cNvSpPr txBox="1"/>
          <p:nvPr/>
        </p:nvSpPr>
        <p:spPr>
          <a:xfrm>
            <a:off x="4956407" y="2828951"/>
            <a:ext cx="1630575" cy="276999"/>
          </a:xfrm>
          <a:prstGeom prst="rect">
            <a:avLst/>
          </a:prstGeom>
          <a:noFill/>
        </p:spPr>
        <p:txBody>
          <a:bodyPr wrap="none" rtlCol="0">
            <a:spAutoFit/>
          </a:bodyPr>
          <a:lstStyle/>
          <a:p>
            <a:r>
              <a:rPr kumimoji="1" lang="en-US" altLang="ja-JP" sz="1200" dirty="0"/>
              <a:t>For Subway </a:t>
            </a:r>
            <a:r>
              <a:rPr kumimoji="1" lang="en-US" altLang="ja-JP" sz="1200" dirty="0" err="1"/>
              <a:t>Imazato</a:t>
            </a:r>
            <a:endParaRPr kumimoji="1" lang="ja-JP" altLang="en-US" sz="1200" dirty="0"/>
          </a:p>
        </p:txBody>
      </p:sp>
      <p:cxnSp>
        <p:nvCxnSpPr>
          <p:cNvPr id="34" name="直線コネクタ 33">
            <a:extLst>
              <a:ext uri="{FF2B5EF4-FFF2-40B4-BE49-F238E27FC236}">
                <a16:creationId xmlns:a16="http://schemas.microsoft.com/office/drawing/2014/main" id="{34B63DA5-8A34-39F1-3CCB-9B64D562E9E4}"/>
              </a:ext>
            </a:extLst>
          </p:cNvPr>
          <p:cNvCxnSpPr>
            <a:cxnSpLocks/>
          </p:cNvCxnSpPr>
          <p:nvPr/>
        </p:nvCxnSpPr>
        <p:spPr>
          <a:xfrm>
            <a:off x="0" y="3222045"/>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35" name="正方形/長方形 34">
            <a:extLst>
              <a:ext uri="{FF2B5EF4-FFF2-40B4-BE49-F238E27FC236}">
                <a16:creationId xmlns:a16="http://schemas.microsoft.com/office/drawing/2014/main" id="{EA14278C-09E3-AD7E-6377-B803EC326800}"/>
              </a:ext>
            </a:extLst>
          </p:cNvPr>
          <p:cNvSpPr/>
          <p:nvPr/>
        </p:nvSpPr>
        <p:spPr>
          <a:xfrm>
            <a:off x="8965" y="3239975"/>
            <a:ext cx="188259" cy="50525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b="1" dirty="0"/>
          </a:p>
        </p:txBody>
      </p:sp>
      <p:sp>
        <p:nvSpPr>
          <p:cNvPr id="36" name="テキスト ボックス 35">
            <a:extLst>
              <a:ext uri="{FF2B5EF4-FFF2-40B4-BE49-F238E27FC236}">
                <a16:creationId xmlns:a16="http://schemas.microsoft.com/office/drawing/2014/main" id="{EC3FECC5-EAFC-0FBF-B781-05CFD1F11B24}"/>
              </a:ext>
            </a:extLst>
          </p:cNvPr>
          <p:cNvSpPr txBox="1"/>
          <p:nvPr/>
        </p:nvSpPr>
        <p:spPr>
          <a:xfrm>
            <a:off x="197224" y="3307937"/>
            <a:ext cx="2978701" cy="369332"/>
          </a:xfrm>
          <a:prstGeom prst="rect">
            <a:avLst/>
          </a:prstGeom>
          <a:noFill/>
        </p:spPr>
        <p:txBody>
          <a:bodyPr wrap="none" rtlCol="0">
            <a:spAutoFit/>
          </a:bodyPr>
          <a:lstStyle/>
          <a:p>
            <a:r>
              <a:rPr kumimoji="1" lang="ja-JP" altLang="en-US" b="1" dirty="0"/>
              <a:t>あべの橋方面　</a:t>
            </a:r>
            <a:r>
              <a:rPr kumimoji="1" lang="en-US" altLang="ja-JP" sz="1200" b="1" dirty="0"/>
              <a:t>For </a:t>
            </a:r>
            <a:r>
              <a:rPr kumimoji="1" lang="en-US" altLang="ja-JP" sz="1200" b="1" dirty="0" err="1"/>
              <a:t>Abenobashi</a:t>
            </a:r>
            <a:endParaRPr kumimoji="1" lang="ja-JP" altLang="en-US" dirty="0"/>
          </a:p>
        </p:txBody>
      </p:sp>
      <p:cxnSp>
        <p:nvCxnSpPr>
          <p:cNvPr id="37" name="直線コネクタ 36">
            <a:extLst>
              <a:ext uri="{FF2B5EF4-FFF2-40B4-BE49-F238E27FC236}">
                <a16:creationId xmlns:a16="http://schemas.microsoft.com/office/drawing/2014/main" id="{89EA0043-7CE9-02EC-2821-BEE1C2CDAD12}"/>
              </a:ext>
            </a:extLst>
          </p:cNvPr>
          <p:cNvCxnSpPr>
            <a:cxnSpLocks/>
          </p:cNvCxnSpPr>
          <p:nvPr/>
        </p:nvCxnSpPr>
        <p:spPr>
          <a:xfrm>
            <a:off x="0" y="3745231"/>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D54A06A6-2E45-6936-1227-0566A4EE8863}"/>
              </a:ext>
            </a:extLst>
          </p:cNvPr>
          <p:cNvCxnSpPr>
            <a:cxnSpLocks/>
          </p:cNvCxnSpPr>
          <p:nvPr/>
        </p:nvCxnSpPr>
        <p:spPr>
          <a:xfrm>
            <a:off x="0" y="4803064"/>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68E86AFC-0588-5BB2-08D9-CAD775BAFD5E}"/>
              </a:ext>
            </a:extLst>
          </p:cNvPr>
          <p:cNvSpPr txBox="1"/>
          <p:nvPr/>
        </p:nvSpPr>
        <p:spPr>
          <a:xfrm>
            <a:off x="8965" y="3763158"/>
            <a:ext cx="1701107" cy="769441"/>
          </a:xfrm>
          <a:prstGeom prst="rect">
            <a:avLst/>
          </a:prstGeom>
          <a:noFill/>
        </p:spPr>
        <p:txBody>
          <a:bodyPr wrap="none" rtlCol="0">
            <a:spAutoFit/>
          </a:bodyPr>
          <a:lstStyle/>
          <a:p>
            <a:r>
              <a:rPr kumimoji="1" lang="en-US" altLang="ja-JP" sz="4400" b="1" dirty="0"/>
              <a:t>21:00</a:t>
            </a:r>
            <a:endParaRPr kumimoji="1" lang="ja-JP" altLang="en-US" sz="4400" b="1" dirty="0"/>
          </a:p>
        </p:txBody>
      </p:sp>
      <p:sp>
        <p:nvSpPr>
          <p:cNvPr id="41" name="テキスト ボックス 40">
            <a:extLst>
              <a:ext uri="{FF2B5EF4-FFF2-40B4-BE49-F238E27FC236}">
                <a16:creationId xmlns:a16="http://schemas.microsoft.com/office/drawing/2014/main" id="{430914B1-116B-C451-017C-3393FE1C5653}"/>
              </a:ext>
            </a:extLst>
          </p:cNvPr>
          <p:cNvSpPr txBox="1"/>
          <p:nvPr/>
        </p:nvSpPr>
        <p:spPr>
          <a:xfrm>
            <a:off x="2757808" y="3813192"/>
            <a:ext cx="1107996" cy="646331"/>
          </a:xfrm>
          <a:prstGeom prst="rect">
            <a:avLst/>
          </a:prstGeom>
          <a:noFill/>
        </p:spPr>
        <p:txBody>
          <a:bodyPr wrap="none" rtlCol="0">
            <a:spAutoFit/>
          </a:bodyPr>
          <a:lstStyle/>
          <a:p>
            <a:r>
              <a:rPr kumimoji="1" lang="ja-JP" altLang="en-US" dirty="0"/>
              <a:t>舎利寺</a:t>
            </a:r>
            <a:endParaRPr kumimoji="1" lang="en-US" altLang="ja-JP" dirty="0"/>
          </a:p>
          <a:p>
            <a:r>
              <a:rPr kumimoji="1" lang="ja-JP" altLang="en-US" dirty="0"/>
              <a:t>百済方面</a:t>
            </a:r>
            <a:endParaRPr kumimoji="1" lang="en-US" altLang="ja-JP" dirty="0"/>
          </a:p>
        </p:txBody>
      </p:sp>
      <p:sp>
        <p:nvSpPr>
          <p:cNvPr id="43" name="正方形/長方形 42">
            <a:extLst>
              <a:ext uri="{FF2B5EF4-FFF2-40B4-BE49-F238E27FC236}">
                <a16:creationId xmlns:a16="http://schemas.microsoft.com/office/drawing/2014/main" id="{0DDFDC67-D948-6C3B-C181-CDC6EDF3BE34}"/>
              </a:ext>
            </a:extLst>
          </p:cNvPr>
          <p:cNvSpPr/>
          <p:nvPr/>
        </p:nvSpPr>
        <p:spPr>
          <a:xfrm>
            <a:off x="1710073" y="3813193"/>
            <a:ext cx="979337" cy="928802"/>
          </a:xfrm>
          <a:prstGeom prst="rec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13</a:t>
            </a:r>
            <a:endParaRPr kumimoji="1" lang="ja-JP" altLang="en-US" sz="3600" dirty="0"/>
          </a:p>
        </p:txBody>
      </p:sp>
      <p:sp>
        <p:nvSpPr>
          <p:cNvPr id="44" name="テキスト ボックス 43">
            <a:extLst>
              <a:ext uri="{FF2B5EF4-FFF2-40B4-BE49-F238E27FC236}">
                <a16:creationId xmlns:a16="http://schemas.microsoft.com/office/drawing/2014/main" id="{31F0DB5C-9B58-256F-A462-E3A19AA8933D}"/>
              </a:ext>
            </a:extLst>
          </p:cNvPr>
          <p:cNvSpPr txBox="1"/>
          <p:nvPr/>
        </p:nvSpPr>
        <p:spPr>
          <a:xfrm>
            <a:off x="2757808" y="4434217"/>
            <a:ext cx="949299" cy="276999"/>
          </a:xfrm>
          <a:prstGeom prst="rect">
            <a:avLst/>
          </a:prstGeom>
          <a:noFill/>
        </p:spPr>
        <p:txBody>
          <a:bodyPr wrap="none" rtlCol="0">
            <a:spAutoFit/>
          </a:bodyPr>
          <a:lstStyle/>
          <a:p>
            <a:r>
              <a:rPr kumimoji="1" lang="en-US" altLang="ja-JP" sz="1200" dirty="0"/>
              <a:t>Via </a:t>
            </a:r>
            <a:r>
              <a:rPr kumimoji="1" lang="en-US" altLang="ja-JP" sz="1200" dirty="0" err="1"/>
              <a:t>Kudara</a:t>
            </a:r>
            <a:endParaRPr kumimoji="1" lang="ja-JP" altLang="en-US" sz="1200" dirty="0"/>
          </a:p>
        </p:txBody>
      </p:sp>
      <p:sp>
        <p:nvSpPr>
          <p:cNvPr id="45" name="テキスト ボックス 44">
            <a:extLst>
              <a:ext uri="{FF2B5EF4-FFF2-40B4-BE49-F238E27FC236}">
                <a16:creationId xmlns:a16="http://schemas.microsoft.com/office/drawing/2014/main" id="{559496ED-2A79-4984-1944-33D58413E72C}"/>
              </a:ext>
            </a:extLst>
          </p:cNvPr>
          <p:cNvSpPr txBox="1"/>
          <p:nvPr/>
        </p:nvSpPr>
        <p:spPr>
          <a:xfrm>
            <a:off x="4834448" y="3813192"/>
            <a:ext cx="1826141" cy="584775"/>
          </a:xfrm>
          <a:prstGeom prst="rect">
            <a:avLst/>
          </a:prstGeom>
          <a:noFill/>
        </p:spPr>
        <p:txBody>
          <a:bodyPr wrap="none" rtlCol="0">
            <a:spAutoFit/>
          </a:bodyPr>
          <a:lstStyle/>
          <a:p>
            <a:r>
              <a:rPr kumimoji="1" lang="ja-JP" altLang="en-US" sz="3200" dirty="0"/>
              <a:t>あべの橋</a:t>
            </a:r>
            <a:endParaRPr kumimoji="1" lang="en-US" altLang="ja-JP" sz="3200" dirty="0"/>
          </a:p>
        </p:txBody>
      </p:sp>
      <p:sp>
        <p:nvSpPr>
          <p:cNvPr id="46" name="テキスト ボックス 45">
            <a:extLst>
              <a:ext uri="{FF2B5EF4-FFF2-40B4-BE49-F238E27FC236}">
                <a16:creationId xmlns:a16="http://schemas.microsoft.com/office/drawing/2014/main" id="{56552464-1F48-001F-38EE-553E206DE90C}"/>
              </a:ext>
            </a:extLst>
          </p:cNvPr>
          <p:cNvSpPr txBox="1"/>
          <p:nvPr/>
        </p:nvSpPr>
        <p:spPr>
          <a:xfrm>
            <a:off x="4956407" y="4434217"/>
            <a:ext cx="1300356" cy="276999"/>
          </a:xfrm>
          <a:prstGeom prst="rect">
            <a:avLst/>
          </a:prstGeom>
          <a:noFill/>
        </p:spPr>
        <p:txBody>
          <a:bodyPr wrap="none" rtlCol="0">
            <a:spAutoFit/>
          </a:bodyPr>
          <a:lstStyle/>
          <a:p>
            <a:r>
              <a:rPr kumimoji="1" lang="en-US" altLang="ja-JP" sz="1200" dirty="0"/>
              <a:t>For</a:t>
            </a:r>
            <a:r>
              <a:rPr kumimoji="1" lang="ja-JP" altLang="en-US" sz="1200" dirty="0"/>
              <a:t> </a:t>
            </a:r>
            <a:r>
              <a:rPr kumimoji="1" lang="en-US" altLang="ja-JP" sz="1200" dirty="0" err="1"/>
              <a:t>Abenobashi</a:t>
            </a:r>
            <a:endParaRPr kumimoji="1" lang="ja-JP" altLang="en-US" sz="1200" dirty="0"/>
          </a:p>
        </p:txBody>
      </p:sp>
      <p:cxnSp>
        <p:nvCxnSpPr>
          <p:cNvPr id="47" name="直線コネクタ 46">
            <a:extLst>
              <a:ext uri="{FF2B5EF4-FFF2-40B4-BE49-F238E27FC236}">
                <a16:creationId xmlns:a16="http://schemas.microsoft.com/office/drawing/2014/main" id="{9534E1AE-D485-466E-4DB6-1F4388B15308}"/>
              </a:ext>
            </a:extLst>
          </p:cNvPr>
          <p:cNvCxnSpPr>
            <a:cxnSpLocks/>
          </p:cNvCxnSpPr>
          <p:nvPr/>
        </p:nvCxnSpPr>
        <p:spPr>
          <a:xfrm>
            <a:off x="0" y="4809055"/>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8" name="正方形/長方形 47">
            <a:extLst>
              <a:ext uri="{FF2B5EF4-FFF2-40B4-BE49-F238E27FC236}">
                <a16:creationId xmlns:a16="http://schemas.microsoft.com/office/drawing/2014/main" id="{71643536-19A8-A313-1EE8-E27A908A543D}"/>
              </a:ext>
            </a:extLst>
          </p:cNvPr>
          <p:cNvSpPr/>
          <p:nvPr/>
        </p:nvSpPr>
        <p:spPr>
          <a:xfrm>
            <a:off x="8965" y="4826985"/>
            <a:ext cx="188259" cy="5052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b="1" dirty="0"/>
          </a:p>
        </p:txBody>
      </p:sp>
      <p:sp>
        <p:nvSpPr>
          <p:cNvPr id="49" name="テキスト ボックス 48">
            <a:extLst>
              <a:ext uri="{FF2B5EF4-FFF2-40B4-BE49-F238E27FC236}">
                <a16:creationId xmlns:a16="http://schemas.microsoft.com/office/drawing/2014/main" id="{D253CBC6-3128-16E0-21EC-CF0D22A9BC10}"/>
              </a:ext>
            </a:extLst>
          </p:cNvPr>
          <p:cNvSpPr txBox="1"/>
          <p:nvPr/>
        </p:nvSpPr>
        <p:spPr>
          <a:xfrm>
            <a:off x="197224" y="4894947"/>
            <a:ext cx="6825908" cy="369332"/>
          </a:xfrm>
          <a:prstGeom prst="rect">
            <a:avLst/>
          </a:prstGeom>
          <a:noFill/>
        </p:spPr>
        <p:txBody>
          <a:bodyPr wrap="none" rtlCol="0">
            <a:spAutoFit/>
          </a:bodyPr>
          <a:lstStyle/>
          <a:p>
            <a:r>
              <a:rPr kumimoji="1" lang="ja-JP" altLang="en-US" b="1" dirty="0"/>
              <a:t>いまざとライナー　地下鉄今里方面　</a:t>
            </a:r>
            <a:r>
              <a:rPr kumimoji="1" lang="en-US" altLang="ja-JP" sz="1200" b="1" dirty="0" err="1"/>
              <a:t>Imazato</a:t>
            </a:r>
            <a:r>
              <a:rPr kumimoji="1" lang="en-US" altLang="ja-JP" sz="1200" b="1" dirty="0"/>
              <a:t> Liner</a:t>
            </a:r>
            <a:r>
              <a:rPr kumimoji="1" lang="ja-JP" altLang="en-US" sz="1200" b="1" dirty="0"/>
              <a:t>　</a:t>
            </a:r>
            <a:r>
              <a:rPr kumimoji="1" lang="en-US" altLang="ja-JP" sz="1200" b="1" dirty="0"/>
              <a:t>For Subway </a:t>
            </a:r>
            <a:r>
              <a:rPr kumimoji="1" lang="en-US" altLang="ja-JP" sz="1200" b="1" dirty="0" err="1"/>
              <a:t>Imazato</a:t>
            </a:r>
            <a:endParaRPr kumimoji="1" lang="ja-JP" altLang="en-US" dirty="0"/>
          </a:p>
        </p:txBody>
      </p:sp>
      <p:cxnSp>
        <p:nvCxnSpPr>
          <p:cNvPr id="50" name="直線コネクタ 49">
            <a:extLst>
              <a:ext uri="{FF2B5EF4-FFF2-40B4-BE49-F238E27FC236}">
                <a16:creationId xmlns:a16="http://schemas.microsoft.com/office/drawing/2014/main" id="{679499A8-08FF-077D-E5F6-B6690679ED0A}"/>
              </a:ext>
            </a:extLst>
          </p:cNvPr>
          <p:cNvCxnSpPr>
            <a:cxnSpLocks/>
          </p:cNvCxnSpPr>
          <p:nvPr/>
        </p:nvCxnSpPr>
        <p:spPr>
          <a:xfrm>
            <a:off x="0" y="5332241"/>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51" name="テキスト ボックス 50">
            <a:extLst>
              <a:ext uri="{FF2B5EF4-FFF2-40B4-BE49-F238E27FC236}">
                <a16:creationId xmlns:a16="http://schemas.microsoft.com/office/drawing/2014/main" id="{75C96BE0-1971-8448-2FE2-30045295F322}"/>
              </a:ext>
            </a:extLst>
          </p:cNvPr>
          <p:cNvSpPr txBox="1"/>
          <p:nvPr/>
        </p:nvSpPr>
        <p:spPr>
          <a:xfrm>
            <a:off x="114271" y="5821062"/>
            <a:ext cx="1338828" cy="369332"/>
          </a:xfrm>
          <a:prstGeom prst="rect">
            <a:avLst/>
          </a:prstGeom>
          <a:noFill/>
        </p:spPr>
        <p:txBody>
          <a:bodyPr wrap="none" rtlCol="0">
            <a:spAutoFit/>
          </a:bodyPr>
          <a:lstStyle/>
          <a:p>
            <a:r>
              <a:rPr kumimoji="1" lang="ja-JP" altLang="en-US" dirty="0"/>
              <a:t>田島五丁目</a:t>
            </a:r>
          </a:p>
        </p:txBody>
      </p:sp>
      <p:sp>
        <p:nvSpPr>
          <p:cNvPr id="52" name="テキスト ボックス 51">
            <a:extLst>
              <a:ext uri="{FF2B5EF4-FFF2-40B4-BE49-F238E27FC236}">
                <a16:creationId xmlns:a16="http://schemas.microsoft.com/office/drawing/2014/main" id="{DDA82189-737A-A289-ED0D-961206897043}"/>
              </a:ext>
            </a:extLst>
          </p:cNvPr>
          <p:cNvSpPr txBox="1"/>
          <p:nvPr/>
        </p:nvSpPr>
        <p:spPr>
          <a:xfrm>
            <a:off x="114271" y="6301711"/>
            <a:ext cx="877163" cy="369332"/>
          </a:xfrm>
          <a:prstGeom prst="rect">
            <a:avLst/>
          </a:prstGeom>
          <a:noFill/>
        </p:spPr>
        <p:txBody>
          <a:bodyPr wrap="none" rtlCol="0">
            <a:spAutoFit/>
          </a:bodyPr>
          <a:lstStyle/>
          <a:p>
            <a:r>
              <a:rPr kumimoji="1" lang="ja-JP" altLang="en-US" dirty="0"/>
              <a:t>大池橋</a:t>
            </a:r>
          </a:p>
        </p:txBody>
      </p:sp>
      <p:sp>
        <p:nvSpPr>
          <p:cNvPr id="53" name="テキスト ボックス 52">
            <a:extLst>
              <a:ext uri="{FF2B5EF4-FFF2-40B4-BE49-F238E27FC236}">
                <a16:creationId xmlns:a16="http://schemas.microsoft.com/office/drawing/2014/main" id="{B9C7A1C5-2D02-0D68-5D6B-A5F7CC00328D}"/>
              </a:ext>
            </a:extLst>
          </p:cNvPr>
          <p:cNvSpPr txBox="1"/>
          <p:nvPr/>
        </p:nvSpPr>
        <p:spPr>
          <a:xfrm>
            <a:off x="1616875" y="5743631"/>
            <a:ext cx="1148071" cy="523220"/>
          </a:xfrm>
          <a:prstGeom prst="rect">
            <a:avLst/>
          </a:prstGeom>
          <a:noFill/>
        </p:spPr>
        <p:txBody>
          <a:bodyPr wrap="none" rtlCol="0">
            <a:spAutoFit/>
          </a:bodyPr>
          <a:lstStyle/>
          <a:p>
            <a:r>
              <a:rPr kumimoji="1" lang="en-US" altLang="ja-JP" sz="2800" b="1" dirty="0"/>
              <a:t>20:12</a:t>
            </a:r>
            <a:endParaRPr kumimoji="1" lang="ja-JP" altLang="en-US" sz="2800" b="1" dirty="0"/>
          </a:p>
        </p:txBody>
      </p:sp>
      <p:sp>
        <p:nvSpPr>
          <p:cNvPr id="54" name="テキスト ボックス 53">
            <a:extLst>
              <a:ext uri="{FF2B5EF4-FFF2-40B4-BE49-F238E27FC236}">
                <a16:creationId xmlns:a16="http://schemas.microsoft.com/office/drawing/2014/main" id="{14F1EB2A-7221-0468-FC10-938E3A02C432}"/>
              </a:ext>
            </a:extLst>
          </p:cNvPr>
          <p:cNvSpPr txBox="1"/>
          <p:nvPr/>
        </p:nvSpPr>
        <p:spPr>
          <a:xfrm>
            <a:off x="1616875" y="6224767"/>
            <a:ext cx="1148071" cy="523220"/>
          </a:xfrm>
          <a:prstGeom prst="rect">
            <a:avLst/>
          </a:prstGeom>
          <a:noFill/>
        </p:spPr>
        <p:txBody>
          <a:bodyPr wrap="none" rtlCol="0">
            <a:spAutoFit/>
          </a:bodyPr>
          <a:lstStyle/>
          <a:p>
            <a:r>
              <a:rPr kumimoji="1" lang="en-US" altLang="ja-JP" sz="2800" b="1" dirty="0"/>
              <a:t>20:18</a:t>
            </a:r>
            <a:endParaRPr kumimoji="1" lang="ja-JP" altLang="en-US" sz="2800" b="1" dirty="0"/>
          </a:p>
        </p:txBody>
      </p:sp>
      <p:sp>
        <p:nvSpPr>
          <p:cNvPr id="55" name="テキスト ボックス 54">
            <a:extLst>
              <a:ext uri="{FF2B5EF4-FFF2-40B4-BE49-F238E27FC236}">
                <a16:creationId xmlns:a16="http://schemas.microsoft.com/office/drawing/2014/main" id="{75C5639E-8966-95F5-21C3-4F631D71D5D6}"/>
              </a:ext>
            </a:extLst>
          </p:cNvPr>
          <p:cNvSpPr txBox="1"/>
          <p:nvPr/>
        </p:nvSpPr>
        <p:spPr>
          <a:xfrm>
            <a:off x="4051883" y="5821062"/>
            <a:ext cx="1338828" cy="369332"/>
          </a:xfrm>
          <a:prstGeom prst="rect">
            <a:avLst/>
          </a:prstGeom>
          <a:noFill/>
        </p:spPr>
        <p:txBody>
          <a:bodyPr wrap="none" rtlCol="0">
            <a:spAutoFit/>
          </a:bodyPr>
          <a:lstStyle/>
          <a:p>
            <a:r>
              <a:rPr kumimoji="1" lang="ja-JP" altLang="en-US" dirty="0"/>
              <a:t>田島五丁目</a:t>
            </a:r>
          </a:p>
        </p:txBody>
      </p:sp>
      <p:sp>
        <p:nvSpPr>
          <p:cNvPr id="56" name="テキスト ボックス 55">
            <a:extLst>
              <a:ext uri="{FF2B5EF4-FFF2-40B4-BE49-F238E27FC236}">
                <a16:creationId xmlns:a16="http://schemas.microsoft.com/office/drawing/2014/main" id="{1076DF39-CBA0-2026-5A65-877AEA4FECD3}"/>
              </a:ext>
            </a:extLst>
          </p:cNvPr>
          <p:cNvSpPr txBox="1"/>
          <p:nvPr/>
        </p:nvSpPr>
        <p:spPr>
          <a:xfrm>
            <a:off x="4051883" y="6301711"/>
            <a:ext cx="877163" cy="369332"/>
          </a:xfrm>
          <a:prstGeom prst="rect">
            <a:avLst/>
          </a:prstGeom>
          <a:noFill/>
        </p:spPr>
        <p:txBody>
          <a:bodyPr wrap="none" rtlCol="0">
            <a:spAutoFit/>
          </a:bodyPr>
          <a:lstStyle/>
          <a:p>
            <a:r>
              <a:rPr kumimoji="1" lang="ja-JP" altLang="en-US" dirty="0"/>
              <a:t>大池橋</a:t>
            </a:r>
          </a:p>
        </p:txBody>
      </p:sp>
      <p:sp>
        <p:nvSpPr>
          <p:cNvPr id="57" name="テキスト ボックス 56">
            <a:extLst>
              <a:ext uri="{FF2B5EF4-FFF2-40B4-BE49-F238E27FC236}">
                <a16:creationId xmlns:a16="http://schemas.microsoft.com/office/drawing/2014/main" id="{C8F7A1BA-5AFE-B833-3C2E-F1E665ED3437}"/>
              </a:ext>
            </a:extLst>
          </p:cNvPr>
          <p:cNvSpPr txBox="1"/>
          <p:nvPr/>
        </p:nvSpPr>
        <p:spPr>
          <a:xfrm>
            <a:off x="5554487" y="5743631"/>
            <a:ext cx="1148071" cy="523220"/>
          </a:xfrm>
          <a:prstGeom prst="rect">
            <a:avLst/>
          </a:prstGeom>
          <a:noFill/>
        </p:spPr>
        <p:txBody>
          <a:bodyPr wrap="none" rtlCol="0">
            <a:spAutoFit/>
          </a:bodyPr>
          <a:lstStyle/>
          <a:p>
            <a:r>
              <a:rPr kumimoji="1" lang="en-US" altLang="ja-JP" sz="2800" b="1" dirty="0"/>
              <a:t>20:28</a:t>
            </a:r>
            <a:endParaRPr kumimoji="1" lang="ja-JP" altLang="en-US" sz="2800" b="1" dirty="0"/>
          </a:p>
        </p:txBody>
      </p:sp>
      <p:sp>
        <p:nvSpPr>
          <p:cNvPr id="58" name="テキスト ボックス 57">
            <a:extLst>
              <a:ext uri="{FF2B5EF4-FFF2-40B4-BE49-F238E27FC236}">
                <a16:creationId xmlns:a16="http://schemas.microsoft.com/office/drawing/2014/main" id="{186120A8-86FB-0D10-FF32-23B6D0B52771}"/>
              </a:ext>
            </a:extLst>
          </p:cNvPr>
          <p:cNvSpPr txBox="1"/>
          <p:nvPr/>
        </p:nvSpPr>
        <p:spPr>
          <a:xfrm>
            <a:off x="5554487" y="6224767"/>
            <a:ext cx="1148071" cy="523220"/>
          </a:xfrm>
          <a:prstGeom prst="rect">
            <a:avLst/>
          </a:prstGeom>
          <a:noFill/>
        </p:spPr>
        <p:txBody>
          <a:bodyPr wrap="none" rtlCol="0">
            <a:spAutoFit/>
          </a:bodyPr>
          <a:lstStyle/>
          <a:p>
            <a:r>
              <a:rPr kumimoji="1" lang="en-US" altLang="ja-JP" sz="2800" b="1" dirty="0"/>
              <a:t>20:35</a:t>
            </a:r>
            <a:endParaRPr kumimoji="1" lang="ja-JP" altLang="en-US" sz="2800" b="1" dirty="0"/>
          </a:p>
        </p:txBody>
      </p:sp>
      <p:sp>
        <p:nvSpPr>
          <p:cNvPr id="59" name="テキスト ボックス 58">
            <a:extLst>
              <a:ext uri="{FF2B5EF4-FFF2-40B4-BE49-F238E27FC236}">
                <a16:creationId xmlns:a16="http://schemas.microsoft.com/office/drawing/2014/main" id="{92970AA2-B7CF-79F5-8291-54601B36FDE6}"/>
              </a:ext>
            </a:extLst>
          </p:cNvPr>
          <p:cNvSpPr txBox="1"/>
          <p:nvPr/>
        </p:nvSpPr>
        <p:spPr>
          <a:xfrm>
            <a:off x="-9562" y="5405765"/>
            <a:ext cx="3647152" cy="369332"/>
          </a:xfrm>
          <a:prstGeom prst="rect">
            <a:avLst/>
          </a:prstGeom>
          <a:noFill/>
        </p:spPr>
        <p:txBody>
          <a:bodyPr wrap="none" rtlCol="0">
            <a:spAutoFit/>
          </a:bodyPr>
          <a:lstStyle/>
          <a:p>
            <a:r>
              <a:rPr kumimoji="1" lang="en-US" altLang="ja-JP" dirty="0">
                <a:solidFill>
                  <a:srgbClr val="FF0000"/>
                </a:solidFill>
              </a:rPr>
              <a:t>【</a:t>
            </a:r>
            <a:r>
              <a:rPr kumimoji="1" lang="ja-JP" altLang="en-US" dirty="0">
                <a:solidFill>
                  <a:srgbClr val="FF0000"/>
                </a:solidFill>
              </a:rPr>
              <a:t>先発</a:t>
            </a:r>
            <a:r>
              <a:rPr kumimoji="1" lang="en-US" altLang="ja-JP" dirty="0">
                <a:solidFill>
                  <a:srgbClr val="FF0000"/>
                </a:solidFill>
              </a:rPr>
              <a:t>】</a:t>
            </a:r>
            <a:r>
              <a:rPr kumimoji="1" lang="ja-JP" altLang="en-US" dirty="0"/>
              <a:t>今里・神路公園方面行き</a:t>
            </a:r>
          </a:p>
        </p:txBody>
      </p:sp>
      <p:sp>
        <p:nvSpPr>
          <p:cNvPr id="60" name="テキスト ボックス 59">
            <a:extLst>
              <a:ext uri="{FF2B5EF4-FFF2-40B4-BE49-F238E27FC236}">
                <a16:creationId xmlns:a16="http://schemas.microsoft.com/office/drawing/2014/main" id="{2B7DDB0C-AD2B-BCB6-E4FC-8EFE38FCE554}"/>
              </a:ext>
            </a:extLst>
          </p:cNvPr>
          <p:cNvSpPr txBox="1"/>
          <p:nvPr/>
        </p:nvSpPr>
        <p:spPr>
          <a:xfrm>
            <a:off x="3913737" y="5405765"/>
            <a:ext cx="3647152" cy="369332"/>
          </a:xfrm>
          <a:prstGeom prst="rect">
            <a:avLst/>
          </a:prstGeom>
          <a:noFill/>
        </p:spPr>
        <p:txBody>
          <a:bodyPr wrap="none" rtlCol="0">
            <a:spAutoFit/>
          </a:bodyPr>
          <a:lstStyle/>
          <a:p>
            <a:r>
              <a:rPr kumimoji="1" lang="en-US" altLang="ja-JP" dirty="0"/>
              <a:t>【</a:t>
            </a:r>
            <a:r>
              <a:rPr kumimoji="1" lang="ja-JP" altLang="en-US" dirty="0"/>
              <a:t>次発</a:t>
            </a:r>
            <a:r>
              <a:rPr kumimoji="1" lang="en-US" altLang="ja-JP" dirty="0"/>
              <a:t>】</a:t>
            </a:r>
            <a:r>
              <a:rPr kumimoji="1" lang="ja-JP" altLang="en-US" dirty="0"/>
              <a:t>今里・神路公園方面行き</a:t>
            </a:r>
          </a:p>
        </p:txBody>
      </p:sp>
    </p:spTree>
    <p:extLst>
      <p:ext uri="{BB962C8B-B14F-4D97-AF65-F5344CB8AC3E}">
        <p14:creationId xmlns:p14="http://schemas.microsoft.com/office/powerpoint/2010/main" val="3069194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992C94BF-9127-EE76-3847-6B75AB37DF42}"/>
              </a:ext>
            </a:extLst>
          </p:cNvPr>
          <p:cNvPicPr>
            <a:picLocks noChangeAspect="1"/>
          </p:cNvPicPr>
          <p:nvPr/>
        </p:nvPicPr>
        <p:blipFill>
          <a:blip r:embed="rId2"/>
          <a:stretch>
            <a:fillRect/>
          </a:stretch>
        </p:blipFill>
        <p:spPr>
          <a:xfrm>
            <a:off x="0" y="0"/>
            <a:ext cx="12192000" cy="6858000"/>
          </a:xfrm>
          <a:prstGeom prst="rect">
            <a:avLst/>
          </a:prstGeom>
        </p:spPr>
      </p:pic>
      <p:pic>
        <p:nvPicPr>
          <p:cNvPr id="7" name="図 6">
            <a:extLst>
              <a:ext uri="{FF2B5EF4-FFF2-40B4-BE49-F238E27FC236}">
                <a16:creationId xmlns:a16="http://schemas.microsoft.com/office/drawing/2014/main" id="{13A63655-EDB6-43E6-E5A8-EECCF570C7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2774" y="4829115"/>
            <a:ext cx="173191" cy="173191"/>
          </a:xfrm>
          <a:prstGeom prst="rect">
            <a:avLst/>
          </a:prstGeom>
        </p:spPr>
      </p:pic>
    </p:spTree>
    <p:extLst>
      <p:ext uri="{BB962C8B-B14F-4D97-AF65-F5344CB8AC3E}">
        <p14:creationId xmlns:p14="http://schemas.microsoft.com/office/powerpoint/2010/main" val="834480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E5B592C7-98EB-DAB2-0B5A-D05FC80D1498}"/>
              </a:ext>
            </a:extLst>
          </p:cNvPr>
          <p:cNvPicPr>
            <a:picLocks noChangeAspect="1"/>
          </p:cNvPicPr>
          <p:nvPr/>
        </p:nvPicPr>
        <p:blipFill>
          <a:blip r:embed="rId2"/>
          <a:stretch>
            <a:fillRect/>
          </a:stretch>
        </p:blipFill>
        <p:spPr>
          <a:xfrm>
            <a:off x="0" y="1"/>
            <a:ext cx="12192000" cy="6858000"/>
          </a:xfrm>
          <a:prstGeom prst="rect">
            <a:avLst/>
          </a:prstGeom>
        </p:spPr>
      </p:pic>
      <p:sp>
        <p:nvSpPr>
          <p:cNvPr id="6" name="テキスト ボックス 5">
            <a:extLst>
              <a:ext uri="{FF2B5EF4-FFF2-40B4-BE49-F238E27FC236}">
                <a16:creationId xmlns:a16="http://schemas.microsoft.com/office/drawing/2014/main" id="{22FC5548-2B41-6176-F8CE-FCED2F50A3E3}"/>
              </a:ext>
            </a:extLst>
          </p:cNvPr>
          <p:cNvSpPr txBox="1"/>
          <p:nvPr/>
        </p:nvSpPr>
        <p:spPr>
          <a:xfrm>
            <a:off x="7485531" y="528918"/>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cxnSp>
        <p:nvCxnSpPr>
          <p:cNvPr id="3" name="直線コネクタ 2">
            <a:extLst>
              <a:ext uri="{FF2B5EF4-FFF2-40B4-BE49-F238E27FC236}">
                <a16:creationId xmlns:a16="http://schemas.microsoft.com/office/drawing/2014/main" id="{8F22BD0B-A6BE-F3C0-B972-AFE2C5B753D4}"/>
              </a:ext>
            </a:extLst>
          </p:cNvPr>
          <p:cNvCxnSpPr/>
          <p:nvPr/>
        </p:nvCxnSpPr>
        <p:spPr>
          <a:xfrm>
            <a:off x="7901029" y="6331131"/>
            <a:ext cx="42909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テキスト ボックス 3">
            <a:extLst>
              <a:ext uri="{FF2B5EF4-FFF2-40B4-BE49-F238E27FC236}">
                <a16:creationId xmlns:a16="http://schemas.microsoft.com/office/drawing/2014/main" id="{2BB45126-1C19-F24F-45DA-1434E0607303}"/>
              </a:ext>
            </a:extLst>
          </p:cNvPr>
          <p:cNvSpPr txBox="1"/>
          <p:nvPr/>
        </p:nvSpPr>
        <p:spPr>
          <a:xfrm>
            <a:off x="7901029" y="6409900"/>
            <a:ext cx="2943434" cy="369332"/>
          </a:xfrm>
          <a:prstGeom prst="rect">
            <a:avLst/>
          </a:prstGeom>
          <a:noFill/>
        </p:spPr>
        <p:txBody>
          <a:bodyPr wrap="none" rtlCol="0">
            <a:spAutoFit/>
          </a:bodyPr>
          <a:lstStyle/>
          <a:p>
            <a:r>
              <a:rPr kumimoji="1" lang="ja-JP" altLang="en-US" dirty="0"/>
              <a:t>ニュース・天気・地震情報</a:t>
            </a:r>
          </a:p>
        </p:txBody>
      </p:sp>
    </p:spTree>
    <p:extLst>
      <p:ext uri="{BB962C8B-B14F-4D97-AF65-F5344CB8AC3E}">
        <p14:creationId xmlns:p14="http://schemas.microsoft.com/office/powerpoint/2010/main" val="3592999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B70CF-6A6F-CEBA-3939-43A176EC20E8}"/>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445DF8A7-4AFA-AE93-239D-52606A66C685}"/>
              </a:ext>
            </a:extLst>
          </p:cNvPr>
          <p:cNvPicPr>
            <a:picLocks noChangeAspect="1"/>
          </p:cNvPicPr>
          <p:nvPr/>
        </p:nvPicPr>
        <p:blipFill>
          <a:blip r:embed="rId2"/>
          <a:stretch>
            <a:fillRect/>
          </a:stretch>
        </p:blipFill>
        <p:spPr>
          <a:xfrm>
            <a:off x="0" y="1"/>
            <a:ext cx="12192000" cy="6858000"/>
          </a:xfrm>
          <a:prstGeom prst="rect">
            <a:avLst/>
          </a:prstGeom>
        </p:spPr>
      </p:pic>
      <p:sp>
        <p:nvSpPr>
          <p:cNvPr id="6" name="テキスト ボックス 5">
            <a:extLst>
              <a:ext uri="{FF2B5EF4-FFF2-40B4-BE49-F238E27FC236}">
                <a16:creationId xmlns:a16="http://schemas.microsoft.com/office/drawing/2014/main" id="{FF3048FF-6B4B-A882-90D7-478E006C825D}"/>
              </a:ext>
            </a:extLst>
          </p:cNvPr>
          <p:cNvSpPr txBox="1"/>
          <p:nvPr/>
        </p:nvSpPr>
        <p:spPr>
          <a:xfrm>
            <a:off x="7485531" y="528918"/>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spTree>
    <p:extLst>
      <p:ext uri="{BB962C8B-B14F-4D97-AF65-F5344CB8AC3E}">
        <p14:creationId xmlns:p14="http://schemas.microsoft.com/office/powerpoint/2010/main" val="3549677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5043E39-5402-8BD4-B0C2-9BA132F2A276}"/>
              </a:ext>
            </a:extLst>
          </p:cNvPr>
          <p:cNvPicPr>
            <a:picLocks noChangeAspect="1"/>
          </p:cNvPicPr>
          <p:nvPr/>
        </p:nvPicPr>
        <p:blipFill>
          <a:blip r:embed="rId2"/>
          <a:stretch>
            <a:fillRect/>
          </a:stretch>
        </p:blipFill>
        <p:spPr>
          <a:xfrm>
            <a:off x="0" y="0"/>
            <a:ext cx="12192000" cy="6858000"/>
          </a:xfrm>
          <a:prstGeom prst="rect">
            <a:avLst/>
          </a:prstGeom>
        </p:spPr>
      </p:pic>
      <p:sp>
        <p:nvSpPr>
          <p:cNvPr id="5" name="正方形/長方形 4">
            <a:extLst>
              <a:ext uri="{FF2B5EF4-FFF2-40B4-BE49-F238E27FC236}">
                <a16:creationId xmlns:a16="http://schemas.microsoft.com/office/drawing/2014/main" id="{EE1CF7DA-C133-CC82-6AF2-F59137286010}"/>
              </a:ext>
            </a:extLst>
          </p:cNvPr>
          <p:cNvSpPr/>
          <p:nvPr/>
        </p:nvSpPr>
        <p:spPr>
          <a:xfrm>
            <a:off x="6261462" y="1593669"/>
            <a:ext cx="5111932" cy="39188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0A27659D-0B7F-8F92-30E2-DFCAD6D208EC}"/>
              </a:ext>
            </a:extLst>
          </p:cNvPr>
          <p:cNvSpPr txBox="1"/>
          <p:nvPr/>
        </p:nvSpPr>
        <p:spPr>
          <a:xfrm>
            <a:off x="6261462" y="1593669"/>
            <a:ext cx="3871573" cy="369332"/>
          </a:xfrm>
          <a:prstGeom prst="rect">
            <a:avLst/>
          </a:prstGeom>
          <a:noFill/>
        </p:spPr>
        <p:txBody>
          <a:bodyPr wrap="none" rtlCol="0">
            <a:spAutoFit/>
          </a:bodyPr>
          <a:lstStyle/>
          <a:p>
            <a:r>
              <a:rPr kumimoji="1" lang="en-US" altLang="ja-JP" dirty="0"/>
              <a:t>【</a:t>
            </a:r>
            <a:r>
              <a:rPr kumimoji="1" lang="ja-JP" altLang="en-US" dirty="0"/>
              <a:t>湖西線</a:t>
            </a:r>
            <a:r>
              <a:rPr kumimoji="1" lang="en-US" altLang="ja-JP" dirty="0"/>
              <a:t>】</a:t>
            </a:r>
            <a:r>
              <a:rPr kumimoji="1" lang="ja-JP" altLang="en-US" dirty="0"/>
              <a:t>強風による運転見合わせ</a:t>
            </a:r>
          </a:p>
        </p:txBody>
      </p:sp>
      <p:sp>
        <p:nvSpPr>
          <p:cNvPr id="7" name="テキスト ボックス 6">
            <a:extLst>
              <a:ext uri="{FF2B5EF4-FFF2-40B4-BE49-F238E27FC236}">
                <a16:creationId xmlns:a16="http://schemas.microsoft.com/office/drawing/2014/main" id="{B155330A-641A-C991-E2B1-0A6ADC490CBB}"/>
              </a:ext>
            </a:extLst>
          </p:cNvPr>
          <p:cNvSpPr txBox="1"/>
          <p:nvPr/>
        </p:nvSpPr>
        <p:spPr>
          <a:xfrm>
            <a:off x="6261462" y="1985554"/>
            <a:ext cx="5750292" cy="523220"/>
          </a:xfrm>
          <a:prstGeom prst="rect">
            <a:avLst/>
          </a:prstGeom>
          <a:noFill/>
        </p:spPr>
        <p:txBody>
          <a:bodyPr wrap="none" rtlCol="0">
            <a:spAutoFit/>
          </a:bodyPr>
          <a:lstStyle/>
          <a:p>
            <a:r>
              <a:rPr kumimoji="1" lang="ja-JP" altLang="en-US" sz="1400" dirty="0"/>
              <a:t>湖西線では強風のため、１３時００分から、和爾駅～近江今津駅間で</a:t>
            </a:r>
            <a:endParaRPr kumimoji="1" lang="en-US" altLang="ja-JP" sz="1400" dirty="0"/>
          </a:p>
          <a:p>
            <a:r>
              <a:rPr kumimoji="1" lang="ja-JP" altLang="en-US" sz="1400" dirty="0"/>
              <a:t>運転を見合わせています。</a:t>
            </a:r>
          </a:p>
        </p:txBody>
      </p:sp>
      <p:sp>
        <p:nvSpPr>
          <p:cNvPr id="8" name="テキスト ボックス 7">
            <a:extLst>
              <a:ext uri="{FF2B5EF4-FFF2-40B4-BE49-F238E27FC236}">
                <a16:creationId xmlns:a16="http://schemas.microsoft.com/office/drawing/2014/main" id="{3E9EB107-D534-9243-1A9F-51D01AE93963}"/>
              </a:ext>
            </a:extLst>
          </p:cNvPr>
          <p:cNvSpPr txBox="1"/>
          <p:nvPr/>
        </p:nvSpPr>
        <p:spPr>
          <a:xfrm>
            <a:off x="6261462" y="3429000"/>
            <a:ext cx="3137397" cy="2246769"/>
          </a:xfrm>
          <a:prstGeom prst="rect">
            <a:avLst/>
          </a:prstGeom>
          <a:noFill/>
        </p:spPr>
        <p:txBody>
          <a:bodyPr wrap="none" rtlCol="0">
            <a:spAutoFit/>
          </a:bodyPr>
          <a:lstStyle/>
          <a:p>
            <a:r>
              <a:rPr kumimoji="1" lang="ja-JP" altLang="en-US" sz="1400" dirty="0"/>
              <a:t>■影響区間</a:t>
            </a:r>
            <a:endParaRPr kumimoji="1" lang="en-US" altLang="ja-JP" sz="1400" dirty="0"/>
          </a:p>
          <a:p>
            <a:r>
              <a:rPr kumimoji="1" lang="en-US" altLang="ja-JP" sz="1400" dirty="0"/>
              <a:t>【</a:t>
            </a:r>
            <a:r>
              <a:rPr kumimoji="1" lang="ja-JP" altLang="en-US" sz="1400" dirty="0"/>
              <a:t>運転見合わせ</a:t>
            </a:r>
            <a:r>
              <a:rPr kumimoji="1" lang="en-US" altLang="ja-JP" sz="1400" dirty="0"/>
              <a:t>】</a:t>
            </a:r>
            <a:r>
              <a:rPr kumimoji="1" lang="ja-JP" altLang="en-US" sz="1400" dirty="0"/>
              <a:t>　和邇 ～ 近江今津</a:t>
            </a:r>
            <a:endParaRPr kumimoji="1" lang="en-US" altLang="ja-JP" sz="1400" dirty="0"/>
          </a:p>
          <a:p>
            <a:r>
              <a:rPr kumimoji="1" lang="en-US" altLang="ja-JP" sz="1400" dirty="0"/>
              <a:t>【</a:t>
            </a:r>
            <a:r>
              <a:rPr kumimoji="1" lang="ja-JP" altLang="en-US" sz="1400" dirty="0"/>
              <a:t>一部列車運休</a:t>
            </a:r>
            <a:r>
              <a:rPr kumimoji="1" lang="en-US" altLang="ja-JP" sz="1400" dirty="0"/>
              <a:t>】</a:t>
            </a:r>
            <a:r>
              <a:rPr kumimoji="1" lang="ja-JP" altLang="en-US" sz="1400" dirty="0"/>
              <a:t>　京都 ～ 和邇</a:t>
            </a:r>
            <a:endParaRPr kumimoji="1" lang="en-US" altLang="ja-JP" sz="1400" dirty="0"/>
          </a:p>
          <a:p>
            <a:r>
              <a:rPr kumimoji="1" lang="en-US" altLang="ja-JP" sz="1400" dirty="0"/>
              <a:t>【</a:t>
            </a:r>
            <a:r>
              <a:rPr kumimoji="1" lang="ja-JP" altLang="en-US" sz="1400" dirty="0"/>
              <a:t>遅延</a:t>
            </a:r>
            <a:r>
              <a:rPr kumimoji="1" lang="en-US" altLang="ja-JP" sz="1400" dirty="0"/>
              <a:t>】</a:t>
            </a:r>
            <a:r>
              <a:rPr kumimoji="1" lang="ja-JP" altLang="en-US" sz="1400" dirty="0"/>
              <a:t>　近江今津 ～ 近江塩津</a:t>
            </a:r>
            <a:endParaRPr kumimoji="1" lang="en-US" altLang="ja-JP" sz="1400" dirty="0"/>
          </a:p>
          <a:p>
            <a:endParaRPr kumimoji="1" lang="en-US" altLang="ja-JP" sz="1400" dirty="0"/>
          </a:p>
          <a:p>
            <a:r>
              <a:rPr kumimoji="1" lang="ja-JP" altLang="en-US" sz="1400" dirty="0"/>
              <a:t>■原因</a:t>
            </a:r>
            <a:endParaRPr kumimoji="1" lang="en-US" altLang="ja-JP" sz="1400" dirty="0"/>
          </a:p>
          <a:p>
            <a:r>
              <a:rPr kumimoji="1" lang="ja-JP" altLang="en-US" sz="1400" dirty="0"/>
              <a:t>強風</a:t>
            </a:r>
            <a:endParaRPr kumimoji="1" lang="en-US" altLang="ja-JP" sz="1400" dirty="0"/>
          </a:p>
          <a:p>
            <a:endParaRPr kumimoji="1" lang="en-US" altLang="ja-JP" sz="1400" dirty="0"/>
          </a:p>
          <a:p>
            <a:r>
              <a:rPr kumimoji="1" lang="ja-JP" altLang="en-US" sz="1400" dirty="0"/>
              <a:t>■再開見込み</a:t>
            </a:r>
            <a:endParaRPr kumimoji="1" lang="en-US" altLang="ja-JP" sz="1400" dirty="0"/>
          </a:p>
          <a:p>
            <a:r>
              <a:rPr kumimoji="1" lang="ja-JP" altLang="en-US" sz="1400" dirty="0"/>
              <a:t>状況確認中</a:t>
            </a:r>
          </a:p>
        </p:txBody>
      </p:sp>
    </p:spTree>
    <p:extLst>
      <p:ext uri="{BB962C8B-B14F-4D97-AF65-F5344CB8AC3E}">
        <p14:creationId xmlns:p14="http://schemas.microsoft.com/office/powerpoint/2010/main" val="433319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72261-F9D9-474C-155E-9BE72EB8D75D}"/>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855A8FF4-A2D5-49BC-7286-1B903E57739F}"/>
              </a:ext>
            </a:extLst>
          </p:cNvPr>
          <p:cNvPicPr>
            <a:picLocks noChangeAspect="1"/>
          </p:cNvPicPr>
          <p:nvPr/>
        </p:nvPicPr>
        <p:blipFill>
          <a:blip r:embed="rId2"/>
          <a:stretch>
            <a:fillRect/>
          </a:stretch>
        </p:blipFill>
        <p:spPr>
          <a:xfrm>
            <a:off x="0" y="0"/>
            <a:ext cx="12192000" cy="6858000"/>
          </a:xfrm>
          <a:prstGeom prst="rect">
            <a:avLst/>
          </a:prstGeom>
        </p:spPr>
      </p:pic>
      <p:sp>
        <p:nvSpPr>
          <p:cNvPr id="5" name="正方形/長方形 4">
            <a:extLst>
              <a:ext uri="{FF2B5EF4-FFF2-40B4-BE49-F238E27FC236}">
                <a16:creationId xmlns:a16="http://schemas.microsoft.com/office/drawing/2014/main" id="{8D068DBB-1FC4-16B8-4B25-EB462BAC982E}"/>
              </a:ext>
            </a:extLst>
          </p:cNvPr>
          <p:cNvSpPr/>
          <p:nvPr/>
        </p:nvSpPr>
        <p:spPr>
          <a:xfrm>
            <a:off x="6261462" y="1593669"/>
            <a:ext cx="5111932" cy="39188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DDCCBD49-CA7C-C912-3BB7-AE4D3952AF75}"/>
              </a:ext>
            </a:extLst>
          </p:cNvPr>
          <p:cNvSpPr txBox="1"/>
          <p:nvPr/>
        </p:nvSpPr>
        <p:spPr>
          <a:xfrm>
            <a:off x="6261462" y="1593669"/>
            <a:ext cx="3871573" cy="369332"/>
          </a:xfrm>
          <a:prstGeom prst="rect">
            <a:avLst/>
          </a:prstGeom>
          <a:noFill/>
        </p:spPr>
        <p:txBody>
          <a:bodyPr wrap="none" rtlCol="0">
            <a:spAutoFit/>
          </a:bodyPr>
          <a:lstStyle/>
          <a:p>
            <a:r>
              <a:rPr kumimoji="1" lang="en-US" altLang="ja-JP" dirty="0"/>
              <a:t>【</a:t>
            </a:r>
            <a:r>
              <a:rPr kumimoji="1" lang="ja-JP" altLang="en-US" dirty="0"/>
              <a:t>湖西線</a:t>
            </a:r>
            <a:r>
              <a:rPr kumimoji="1" lang="en-US" altLang="ja-JP" dirty="0"/>
              <a:t>】</a:t>
            </a:r>
            <a:r>
              <a:rPr kumimoji="1" lang="ja-JP" altLang="en-US" dirty="0"/>
              <a:t>強風による運転見合わせ</a:t>
            </a:r>
          </a:p>
        </p:txBody>
      </p:sp>
      <p:sp>
        <p:nvSpPr>
          <p:cNvPr id="7" name="テキスト ボックス 6">
            <a:extLst>
              <a:ext uri="{FF2B5EF4-FFF2-40B4-BE49-F238E27FC236}">
                <a16:creationId xmlns:a16="http://schemas.microsoft.com/office/drawing/2014/main" id="{EC484AE3-BB32-4E0F-F342-3E0BDE68D865}"/>
              </a:ext>
            </a:extLst>
          </p:cNvPr>
          <p:cNvSpPr txBox="1"/>
          <p:nvPr/>
        </p:nvSpPr>
        <p:spPr>
          <a:xfrm>
            <a:off x="6261462" y="1985554"/>
            <a:ext cx="5750292" cy="523220"/>
          </a:xfrm>
          <a:prstGeom prst="rect">
            <a:avLst/>
          </a:prstGeom>
          <a:noFill/>
        </p:spPr>
        <p:txBody>
          <a:bodyPr wrap="none" rtlCol="0">
            <a:spAutoFit/>
          </a:bodyPr>
          <a:lstStyle/>
          <a:p>
            <a:r>
              <a:rPr kumimoji="1" lang="ja-JP" altLang="en-US" sz="1400" dirty="0"/>
              <a:t>湖西線では強風のため、１３時００分から、和爾駅～近江今津駅間で</a:t>
            </a:r>
            <a:endParaRPr kumimoji="1" lang="en-US" altLang="ja-JP" sz="1400" dirty="0"/>
          </a:p>
          <a:p>
            <a:r>
              <a:rPr kumimoji="1" lang="ja-JP" altLang="en-US" sz="1400" dirty="0"/>
              <a:t>運転を見合わせています。</a:t>
            </a:r>
          </a:p>
        </p:txBody>
      </p:sp>
      <p:sp>
        <p:nvSpPr>
          <p:cNvPr id="8" name="テキスト ボックス 7">
            <a:extLst>
              <a:ext uri="{FF2B5EF4-FFF2-40B4-BE49-F238E27FC236}">
                <a16:creationId xmlns:a16="http://schemas.microsoft.com/office/drawing/2014/main" id="{F7968C3A-C118-9F1E-A480-2A55F0B9A4F1}"/>
              </a:ext>
            </a:extLst>
          </p:cNvPr>
          <p:cNvSpPr txBox="1"/>
          <p:nvPr/>
        </p:nvSpPr>
        <p:spPr>
          <a:xfrm>
            <a:off x="6261462" y="3429000"/>
            <a:ext cx="3137397" cy="2246769"/>
          </a:xfrm>
          <a:prstGeom prst="rect">
            <a:avLst/>
          </a:prstGeom>
          <a:noFill/>
        </p:spPr>
        <p:txBody>
          <a:bodyPr wrap="none" rtlCol="0">
            <a:spAutoFit/>
          </a:bodyPr>
          <a:lstStyle/>
          <a:p>
            <a:r>
              <a:rPr kumimoji="1" lang="ja-JP" altLang="en-US" sz="1400" dirty="0"/>
              <a:t>■影響区間</a:t>
            </a:r>
            <a:endParaRPr kumimoji="1" lang="en-US" altLang="ja-JP" sz="1400" dirty="0"/>
          </a:p>
          <a:p>
            <a:r>
              <a:rPr kumimoji="1" lang="en-US" altLang="ja-JP" sz="1400" dirty="0"/>
              <a:t>【</a:t>
            </a:r>
            <a:r>
              <a:rPr kumimoji="1" lang="ja-JP" altLang="en-US" sz="1400" dirty="0"/>
              <a:t>運転見合わせ</a:t>
            </a:r>
            <a:r>
              <a:rPr kumimoji="1" lang="en-US" altLang="ja-JP" sz="1400" dirty="0"/>
              <a:t>】</a:t>
            </a:r>
            <a:r>
              <a:rPr kumimoji="1" lang="ja-JP" altLang="en-US" sz="1400" dirty="0"/>
              <a:t>　和邇 ～ 近江今津</a:t>
            </a:r>
            <a:endParaRPr kumimoji="1" lang="en-US" altLang="ja-JP" sz="1400" dirty="0"/>
          </a:p>
          <a:p>
            <a:r>
              <a:rPr kumimoji="1" lang="en-US" altLang="ja-JP" sz="1400" dirty="0"/>
              <a:t>【</a:t>
            </a:r>
            <a:r>
              <a:rPr kumimoji="1" lang="ja-JP" altLang="en-US" sz="1400" dirty="0"/>
              <a:t>一部列車運休</a:t>
            </a:r>
            <a:r>
              <a:rPr kumimoji="1" lang="en-US" altLang="ja-JP" sz="1400" dirty="0"/>
              <a:t>】</a:t>
            </a:r>
            <a:r>
              <a:rPr kumimoji="1" lang="ja-JP" altLang="en-US" sz="1400" dirty="0"/>
              <a:t>　京都 ～ 和邇</a:t>
            </a:r>
            <a:endParaRPr kumimoji="1" lang="en-US" altLang="ja-JP" sz="1400" dirty="0"/>
          </a:p>
          <a:p>
            <a:r>
              <a:rPr kumimoji="1" lang="en-US" altLang="ja-JP" sz="1400" dirty="0"/>
              <a:t>【</a:t>
            </a:r>
            <a:r>
              <a:rPr kumimoji="1" lang="ja-JP" altLang="en-US" sz="1400" dirty="0"/>
              <a:t>遅延</a:t>
            </a:r>
            <a:r>
              <a:rPr kumimoji="1" lang="en-US" altLang="ja-JP" sz="1400" dirty="0"/>
              <a:t>】</a:t>
            </a:r>
            <a:r>
              <a:rPr kumimoji="1" lang="ja-JP" altLang="en-US" sz="1400" dirty="0"/>
              <a:t>　近江今津 ～ 近江塩津</a:t>
            </a:r>
            <a:endParaRPr kumimoji="1" lang="en-US" altLang="ja-JP" sz="1400" dirty="0"/>
          </a:p>
          <a:p>
            <a:endParaRPr kumimoji="1" lang="en-US" altLang="ja-JP" sz="1400" dirty="0"/>
          </a:p>
          <a:p>
            <a:r>
              <a:rPr kumimoji="1" lang="ja-JP" altLang="en-US" sz="1400" dirty="0"/>
              <a:t>■原因</a:t>
            </a:r>
            <a:endParaRPr kumimoji="1" lang="en-US" altLang="ja-JP" sz="1400" dirty="0"/>
          </a:p>
          <a:p>
            <a:r>
              <a:rPr kumimoji="1" lang="ja-JP" altLang="en-US" sz="1400" dirty="0"/>
              <a:t>強風</a:t>
            </a:r>
            <a:endParaRPr kumimoji="1" lang="en-US" altLang="ja-JP" sz="1400" dirty="0"/>
          </a:p>
          <a:p>
            <a:endParaRPr kumimoji="1" lang="en-US" altLang="ja-JP" sz="1400" dirty="0"/>
          </a:p>
          <a:p>
            <a:r>
              <a:rPr kumimoji="1" lang="ja-JP" altLang="en-US" sz="1400" dirty="0"/>
              <a:t>■再開見込み</a:t>
            </a:r>
            <a:endParaRPr kumimoji="1" lang="en-US" altLang="ja-JP" sz="1400" dirty="0"/>
          </a:p>
          <a:p>
            <a:r>
              <a:rPr kumimoji="1" lang="ja-JP" altLang="en-US" sz="1400" dirty="0"/>
              <a:t>状況確認中</a:t>
            </a:r>
          </a:p>
        </p:txBody>
      </p:sp>
      <p:sp>
        <p:nvSpPr>
          <p:cNvPr id="12" name="Rectangle 1">
            <a:extLst>
              <a:ext uri="{FF2B5EF4-FFF2-40B4-BE49-F238E27FC236}">
                <a16:creationId xmlns:a16="http://schemas.microsoft.com/office/drawing/2014/main" id="{3CF5236D-346C-349A-3853-277AEFEF9A9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pic>
        <p:nvPicPr>
          <p:cNvPr id="14" name="図 13">
            <a:extLst>
              <a:ext uri="{FF2B5EF4-FFF2-40B4-BE49-F238E27FC236}">
                <a16:creationId xmlns:a16="http://schemas.microsoft.com/office/drawing/2014/main" id="{E3D1EEAA-4A20-2CA7-151B-294EBDD350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7948" y="816428"/>
            <a:ext cx="650966" cy="650966"/>
          </a:xfrm>
          <a:prstGeom prst="rect">
            <a:avLst/>
          </a:prstGeom>
        </p:spPr>
      </p:pic>
      <p:pic>
        <p:nvPicPr>
          <p:cNvPr id="16" name="図 15">
            <a:extLst>
              <a:ext uri="{FF2B5EF4-FFF2-40B4-BE49-F238E27FC236}">
                <a16:creationId xmlns:a16="http://schemas.microsoft.com/office/drawing/2014/main" id="{BAE5889E-0A4C-E13F-6062-D1D38EF86E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7948" y="3361509"/>
            <a:ext cx="648000" cy="648000"/>
          </a:xfrm>
          <a:prstGeom prst="rect">
            <a:avLst/>
          </a:prstGeom>
        </p:spPr>
      </p:pic>
    </p:spTree>
    <p:extLst>
      <p:ext uri="{BB962C8B-B14F-4D97-AF65-F5344CB8AC3E}">
        <p14:creationId xmlns:p14="http://schemas.microsoft.com/office/powerpoint/2010/main" val="3897942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E335B03A-2CE4-99DB-B6F8-378E56AA98E9}"/>
              </a:ext>
            </a:extLst>
          </p:cNvPr>
          <p:cNvPicPr>
            <a:picLocks noChangeAspect="1"/>
          </p:cNvPicPr>
          <p:nvPr/>
        </p:nvPicPr>
        <p:blipFill>
          <a:blip r:embed="rId2"/>
          <a:stretch>
            <a:fillRect/>
          </a:stretch>
        </p:blipFill>
        <p:spPr>
          <a:xfrm>
            <a:off x="5798" y="0"/>
            <a:ext cx="12180404" cy="6858000"/>
          </a:xfrm>
          <a:prstGeom prst="rect">
            <a:avLst/>
          </a:prstGeom>
        </p:spPr>
      </p:pic>
    </p:spTree>
    <p:extLst>
      <p:ext uri="{BB962C8B-B14F-4D97-AF65-F5344CB8AC3E}">
        <p14:creationId xmlns:p14="http://schemas.microsoft.com/office/powerpoint/2010/main" val="2842758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2CE1C-0122-97F0-0A68-F33C58EBC05A}"/>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2F16DEF9-5057-0E1D-438B-4AC8D89D6A54}"/>
              </a:ext>
            </a:extLst>
          </p:cNvPr>
          <p:cNvPicPr>
            <a:picLocks noChangeAspect="1"/>
          </p:cNvPicPr>
          <p:nvPr/>
        </p:nvPicPr>
        <p:blipFill>
          <a:blip r:embed="rId2"/>
          <a:stretch>
            <a:fillRect/>
          </a:stretch>
        </p:blipFill>
        <p:spPr>
          <a:xfrm>
            <a:off x="0" y="1"/>
            <a:ext cx="12192000" cy="6858000"/>
          </a:xfrm>
          <a:prstGeom prst="rect">
            <a:avLst/>
          </a:prstGeom>
        </p:spPr>
      </p:pic>
      <p:sp>
        <p:nvSpPr>
          <p:cNvPr id="6" name="テキスト ボックス 5">
            <a:extLst>
              <a:ext uri="{FF2B5EF4-FFF2-40B4-BE49-F238E27FC236}">
                <a16:creationId xmlns:a16="http://schemas.microsoft.com/office/drawing/2014/main" id="{BFB100CD-5787-E43B-0F3E-58B835335F87}"/>
              </a:ext>
            </a:extLst>
          </p:cNvPr>
          <p:cNvSpPr txBox="1"/>
          <p:nvPr/>
        </p:nvSpPr>
        <p:spPr>
          <a:xfrm>
            <a:off x="7485531" y="528918"/>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sp>
        <p:nvSpPr>
          <p:cNvPr id="2" name="テキスト ボックス 1">
            <a:extLst>
              <a:ext uri="{FF2B5EF4-FFF2-40B4-BE49-F238E27FC236}">
                <a16:creationId xmlns:a16="http://schemas.microsoft.com/office/drawing/2014/main" id="{E8B83DBD-CFCB-16CE-510D-8C093C249795}"/>
              </a:ext>
            </a:extLst>
          </p:cNvPr>
          <p:cNvSpPr txBox="1"/>
          <p:nvPr/>
        </p:nvSpPr>
        <p:spPr>
          <a:xfrm>
            <a:off x="7901029" y="85394"/>
            <a:ext cx="2053767" cy="338554"/>
          </a:xfrm>
          <a:prstGeom prst="rect">
            <a:avLst/>
          </a:prstGeom>
          <a:noFill/>
        </p:spPr>
        <p:txBody>
          <a:bodyPr wrap="none" rtlCol="0">
            <a:spAutoFit/>
          </a:bodyPr>
          <a:lstStyle/>
          <a:p>
            <a:r>
              <a:rPr kumimoji="1" lang="en-US" altLang="ja-JP" sz="1600" dirty="0"/>
              <a:t>2026</a:t>
            </a:r>
            <a:r>
              <a:rPr kumimoji="1" lang="ja-JP" altLang="en-US" sz="1600" dirty="0"/>
              <a:t>年</a:t>
            </a:r>
            <a:r>
              <a:rPr kumimoji="1" lang="en-US" altLang="ja-JP" sz="1600" dirty="0"/>
              <a:t>04</a:t>
            </a:r>
            <a:r>
              <a:rPr kumimoji="1" lang="ja-JP" altLang="en-US" sz="1600" dirty="0"/>
              <a:t>月</a:t>
            </a:r>
            <a:r>
              <a:rPr kumimoji="1" lang="en-US" altLang="ja-JP" sz="1600" dirty="0"/>
              <a:t>03</a:t>
            </a:r>
            <a:r>
              <a:rPr kumimoji="1" lang="ja-JP" altLang="en-US" sz="1600" dirty="0"/>
              <a:t>日</a:t>
            </a:r>
            <a:r>
              <a:rPr kumimoji="1" lang="en-US" altLang="ja-JP" sz="1600" dirty="0"/>
              <a:t>(</a:t>
            </a:r>
            <a:r>
              <a:rPr kumimoji="1" lang="ja-JP" altLang="en-US" sz="1600" dirty="0"/>
              <a:t>金</a:t>
            </a:r>
            <a:r>
              <a:rPr kumimoji="1" lang="en-US" altLang="ja-JP" sz="1600" dirty="0"/>
              <a:t>)</a:t>
            </a:r>
            <a:endParaRPr kumimoji="1" lang="ja-JP" altLang="en-US" sz="1600" dirty="0"/>
          </a:p>
        </p:txBody>
      </p:sp>
      <p:sp>
        <p:nvSpPr>
          <p:cNvPr id="7" name="テキスト ボックス 6">
            <a:extLst>
              <a:ext uri="{FF2B5EF4-FFF2-40B4-BE49-F238E27FC236}">
                <a16:creationId xmlns:a16="http://schemas.microsoft.com/office/drawing/2014/main" id="{E02E72C2-1D9D-43EB-EE8B-8B1AACA5DDBF}"/>
              </a:ext>
            </a:extLst>
          </p:cNvPr>
          <p:cNvSpPr txBox="1"/>
          <p:nvPr/>
        </p:nvSpPr>
        <p:spPr>
          <a:xfrm>
            <a:off x="11486135" y="85394"/>
            <a:ext cx="697627" cy="338554"/>
          </a:xfrm>
          <a:prstGeom prst="rect">
            <a:avLst/>
          </a:prstGeom>
          <a:noFill/>
        </p:spPr>
        <p:txBody>
          <a:bodyPr wrap="none" rtlCol="0">
            <a:spAutoFit/>
          </a:bodyPr>
          <a:lstStyle/>
          <a:p>
            <a:r>
              <a:rPr kumimoji="1" lang="en-US" altLang="ja-JP" sz="1600" dirty="0"/>
              <a:t>12:58</a:t>
            </a:r>
            <a:endParaRPr kumimoji="1" lang="ja-JP" altLang="en-US" sz="1600" dirty="0"/>
          </a:p>
        </p:txBody>
      </p:sp>
      <p:sp>
        <p:nvSpPr>
          <p:cNvPr id="8" name="正方形/長方形 7">
            <a:extLst>
              <a:ext uri="{FF2B5EF4-FFF2-40B4-BE49-F238E27FC236}">
                <a16:creationId xmlns:a16="http://schemas.microsoft.com/office/drawing/2014/main" id="{A4D72917-893E-6B5B-0C6F-3F2EEAB31499}"/>
              </a:ext>
            </a:extLst>
          </p:cNvPr>
          <p:cNvSpPr/>
          <p:nvPr/>
        </p:nvSpPr>
        <p:spPr>
          <a:xfrm>
            <a:off x="8429897" y="2142309"/>
            <a:ext cx="3405052" cy="26996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B2DBCD07-CFE5-35CC-1A9E-77AA1C6DCB1B}"/>
              </a:ext>
            </a:extLst>
          </p:cNvPr>
          <p:cNvSpPr/>
          <p:nvPr/>
        </p:nvSpPr>
        <p:spPr>
          <a:xfrm>
            <a:off x="7901029" y="519129"/>
            <a:ext cx="4290971" cy="286788"/>
          </a:xfrm>
          <a:prstGeom prst="rect">
            <a:avLst/>
          </a:prstGeom>
          <a:solidFill>
            <a:srgbClr val="1111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気象情報（大阪市生野区）</a:t>
            </a:r>
          </a:p>
        </p:txBody>
      </p:sp>
      <p:pic>
        <p:nvPicPr>
          <p:cNvPr id="11" name="図 10" descr="晴れの日アイコンのイラスト | 無料イラスト素材のillalet無料 ...">
            <a:extLst>
              <a:ext uri="{FF2B5EF4-FFF2-40B4-BE49-F238E27FC236}">
                <a16:creationId xmlns:a16="http://schemas.microsoft.com/office/drawing/2014/main" id="{84DD920F-5866-7A7A-0E3C-561E69E6B1F3}"/>
              </a:ext>
            </a:extLst>
          </p:cNvPr>
          <p:cNvPicPr>
            <a:picLocks noChangeAspect="1"/>
          </p:cNvPicPr>
          <p:nvPr/>
        </p:nvPicPr>
        <p:blipFill>
          <a:blip r:embed="rId3"/>
          <a:stretch>
            <a:fillRect/>
          </a:stretch>
        </p:blipFill>
        <p:spPr>
          <a:xfrm>
            <a:off x="8072846" y="1380905"/>
            <a:ext cx="1429567" cy="1429567"/>
          </a:xfrm>
          <a:prstGeom prst="rect">
            <a:avLst/>
          </a:prstGeom>
        </p:spPr>
      </p:pic>
      <p:sp>
        <p:nvSpPr>
          <p:cNvPr id="12" name="テキスト ボックス 11">
            <a:extLst>
              <a:ext uri="{FF2B5EF4-FFF2-40B4-BE49-F238E27FC236}">
                <a16:creationId xmlns:a16="http://schemas.microsoft.com/office/drawing/2014/main" id="{AF874EA0-EDEA-A6A3-6B71-350D325E071D}"/>
              </a:ext>
            </a:extLst>
          </p:cNvPr>
          <p:cNvSpPr txBox="1"/>
          <p:nvPr/>
        </p:nvSpPr>
        <p:spPr>
          <a:xfrm>
            <a:off x="7901029" y="924134"/>
            <a:ext cx="1210588" cy="338554"/>
          </a:xfrm>
          <a:prstGeom prst="rect">
            <a:avLst/>
          </a:prstGeom>
          <a:noFill/>
        </p:spPr>
        <p:txBody>
          <a:bodyPr wrap="none" rtlCol="0">
            <a:spAutoFit/>
          </a:bodyPr>
          <a:lstStyle/>
          <a:p>
            <a:r>
              <a:rPr kumimoji="1" lang="ja-JP" altLang="en-US" sz="1600" dirty="0"/>
              <a:t>現在の天気</a:t>
            </a:r>
          </a:p>
        </p:txBody>
      </p:sp>
      <p:sp>
        <p:nvSpPr>
          <p:cNvPr id="13" name="テキスト ボックス 12">
            <a:extLst>
              <a:ext uri="{FF2B5EF4-FFF2-40B4-BE49-F238E27FC236}">
                <a16:creationId xmlns:a16="http://schemas.microsoft.com/office/drawing/2014/main" id="{4D130F4E-9060-36B6-A580-3DDC2B8236E7}"/>
              </a:ext>
            </a:extLst>
          </p:cNvPr>
          <p:cNvSpPr txBox="1"/>
          <p:nvPr/>
        </p:nvSpPr>
        <p:spPr>
          <a:xfrm>
            <a:off x="9697700" y="1623920"/>
            <a:ext cx="697627" cy="400110"/>
          </a:xfrm>
          <a:prstGeom prst="rect">
            <a:avLst/>
          </a:prstGeom>
          <a:noFill/>
        </p:spPr>
        <p:txBody>
          <a:bodyPr wrap="none" rtlCol="0">
            <a:spAutoFit/>
          </a:bodyPr>
          <a:lstStyle/>
          <a:p>
            <a:r>
              <a:rPr kumimoji="1" lang="ja-JP" altLang="en-US" sz="2000" dirty="0"/>
              <a:t>晴れ</a:t>
            </a:r>
          </a:p>
        </p:txBody>
      </p:sp>
      <p:sp>
        <p:nvSpPr>
          <p:cNvPr id="14" name="テキスト ボックス 13">
            <a:extLst>
              <a:ext uri="{FF2B5EF4-FFF2-40B4-BE49-F238E27FC236}">
                <a16:creationId xmlns:a16="http://schemas.microsoft.com/office/drawing/2014/main" id="{65495B5E-68C9-08CE-9594-D3B7365ED5A8}"/>
              </a:ext>
            </a:extLst>
          </p:cNvPr>
          <p:cNvSpPr txBox="1"/>
          <p:nvPr/>
        </p:nvSpPr>
        <p:spPr>
          <a:xfrm>
            <a:off x="9697700" y="2092996"/>
            <a:ext cx="1495922" cy="400110"/>
          </a:xfrm>
          <a:prstGeom prst="rect">
            <a:avLst/>
          </a:prstGeom>
          <a:noFill/>
        </p:spPr>
        <p:txBody>
          <a:bodyPr wrap="none" rtlCol="0">
            <a:spAutoFit/>
          </a:bodyPr>
          <a:lstStyle/>
          <a:p>
            <a:r>
              <a:rPr kumimoji="1" lang="ja-JP" altLang="en-US" sz="2000" dirty="0"/>
              <a:t>気温　</a:t>
            </a:r>
            <a:r>
              <a:rPr kumimoji="1" lang="en-US" altLang="ja-JP" sz="2000" dirty="0"/>
              <a:t>22</a:t>
            </a:r>
            <a:r>
              <a:rPr kumimoji="1" lang="ja-JP" altLang="en-US" sz="2000" dirty="0"/>
              <a:t>℃</a:t>
            </a:r>
          </a:p>
        </p:txBody>
      </p:sp>
      <p:sp>
        <p:nvSpPr>
          <p:cNvPr id="15" name="テキスト ボックス 14">
            <a:extLst>
              <a:ext uri="{FF2B5EF4-FFF2-40B4-BE49-F238E27FC236}">
                <a16:creationId xmlns:a16="http://schemas.microsoft.com/office/drawing/2014/main" id="{75DF656A-C6AC-1F92-302C-4745E7718AF6}"/>
              </a:ext>
            </a:extLst>
          </p:cNvPr>
          <p:cNvSpPr txBox="1"/>
          <p:nvPr/>
        </p:nvSpPr>
        <p:spPr>
          <a:xfrm>
            <a:off x="7901029" y="3153583"/>
            <a:ext cx="1210588" cy="338554"/>
          </a:xfrm>
          <a:prstGeom prst="rect">
            <a:avLst/>
          </a:prstGeom>
          <a:noFill/>
        </p:spPr>
        <p:txBody>
          <a:bodyPr wrap="none" rtlCol="0">
            <a:spAutoFit/>
          </a:bodyPr>
          <a:lstStyle/>
          <a:p>
            <a:r>
              <a:rPr kumimoji="1" lang="ja-JP" altLang="en-US" sz="1600" dirty="0"/>
              <a:t>今後の予報</a:t>
            </a:r>
          </a:p>
        </p:txBody>
      </p:sp>
      <p:sp>
        <p:nvSpPr>
          <p:cNvPr id="26" name="テキスト ボックス 25">
            <a:extLst>
              <a:ext uri="{FF2B5EF4-FFF2-40B4-BE49-F238E27FC236}">
                <a16:creationId xmlns:a16="http://schemas.microsoft.com/office/drawing/2014/main" id="{D771D96E-1619-99F4-58EB-BBB83B6DA0DD}"/>
              </a:ext>
            </a:extLst>
          </p:cNvPr>
          <p:cNvSpPr txBox="1"/>
          <p:nvPr/>
        </p:nvSpPr>
        <p:spPr>
          <a:xfrm>
            <a:off x="7966314" y="3662576"/>
            <a:ext cx="1425390" cy="2862322"/>
          </a:xfrm>
          <a:prstGeom prst="rect">
            <a:avLst/>
          </a:prstGeom>
          <a:noFill/>
        </p:spPr>
        <p:txBody>
          <a:bodyPr wrap="none" rtlCol="0">
            <a:spAutoFit/>
          </a:bodyPr>
          <a:lstStyle/>
          <a:p>
            <a:r>
              <a:rPr kumimoji="1" lang="en-US" altLang="ja-JP" sz="2000" dirty="0"/>
              <a:t>03</a:t>
            </a:r>
            <a:r>
              <a:rPr kumimoji="1" lang="ja-JP" altLang="en-US" sz="2000" dirty="0"/>
              <a:t>日 </a:t>
            </a:r>
            <a:r>
              <a:rPr kumimoji="1" lang="en-US" altLang="ja-JP" sz="2000" dirty="0"/>
              <a:t>15:00</a:t>
            </a:r>
          </a:p>
          <a:p>
            <a:endParaRPr kumimoji="1" lang="en-US" altLang="ja-JP" sz="2000" dirty="0"/>
          </a:p>
          <a:p>
            <a:r>
              <a:rPr kumimoji="1" lang="en-US" altLang="ja-JP" sz="2000" dirty="0"/>
              <a:t>03</a:t>
            </a:r>
            <a:r>
              <a:rPr kumimoji="1" lang="ja-JP" altLang="en-US" sz="2000" dirty="0"/>
              <a:t>日 </a:t>
            </a:r>
            <a:r>
              <a:rPr kumimoji="1" lang="en-US" altLang="ja-JP" sz="2000" dirty="0"/>
              <a:t>18:00</a:t>
            </a:r>
          </a:p>
          <a:p>
            <a:endParaRPr kumimoji="1" lang="en-US" altLang="ja-JP" sz="2000" dirty="0"/>
          </a:p>
          <a:p>
            <a:r>
              <a:rPr kumimoji="1" lang="en-US" altLang="ja-JP" sz="2000" dirty="0"/>
              <a:t>03</a:t>
            </a:r>
            <a:r>
              <a:rPr kumimoji="1" lang="ja-JP" altLang="en-US" sz="2000" dirty="0"/>
              <a:t>日 </a:t>
            </a:r>
            <a:r>
              <a:rPr kumimoji="1" lang="en-US" altLang="ja-JP" sz="2000" dirty="0"/>
              <a:t>21:00</a:t>
            </a:r>
          </a:p>
          <a:p>
            <a:endParaRPr kumimoji="1" lang="en-US" altLang="ja-JP" sz="2000" dirty="0"/>
          </a:p>
          <a:p>
            <a:r>
              <a:rPr kumimoji="1" lang="en-US" altLang="ja-JP" sz="2000" dirty="0"/>
              <a:t>04</a:t>
            </a:r>
            <a:r>
              <a:rPr kumimoji="1" lang="ja-JP" altLang="en-US" sz="2000" dirty="0"/>
              <a:t>日 </a:t>
            </a:r>
            <a:r>
              <a:rPr kumimoji="1" lang="en-US" altLang="ja-JP" sz="2000" dirty="0"/>
              <a:t>00:00</a:t>
            </a:r>
          </a:p>
          <a:p>
            <a:endParaRPr kumimoji="1" lang="en-US" altLang="ja-JP" sz="2000" dirty="0"/>
          </a:p>
          <a:p>
            <a:r>
              <a:rPr kumimoji="1" lang="en-US" altLang="ja-JP" sz="2000" dirty="0"/>
              <a:t>04</a:t>
            </a:r>
            <a:r>
              <a:rPr kumimoji="1" lang="ja-JP" altLang="en-US" sz="2000" dirty="0"/>
              <a:t>日 </a:t>
            </a:r>
            <a:r>
              <a:rPr kumimoji="1" lang="en-US" altLang="ja-JP" sz="2000" dirty="0"/>
              <a:t>03:00</a:t>
            </a:r>
            <a:endParaRPr kumimoji="1" lang="ja-JP" altLang="en-US" sz="2000" dirty="0"/>
          </a:p>
        </p:txBody>
      </p:sp>
      <p:pic>
        <p:nvPicPr>
          <p:cNvPr id="27" name="図 26" descr="晴れの日アイコンのイラスト | 無料イラスト素材のillalet無料 ...">
            <a:extLst>
              <a:ext uri="{FF2B5EF4-FFF2-40B4-BE49-F238E27FC236}">
                <a16:creationId xmlns:a16="http://schemas.microsoft.com/office/drawing/2014/main" id="{A6C61FBB-7BAE-3151-D706-BB7FA293F972}"/>
              </a:ext>
            </a:extLst>
          </p:cNvPr>
          <p:cNvPicPr>
            <a:picLocks noChangeAspect="1"/>
          </p:cNvPicPr>
          <p:nvPr/>
        </p:nvPicPr>
        <p:blipFill>
          <a:blip r:embed="rId3"/>
          <a:stretch>
            <a:fillRect/>
          </a:stretch>
        </p:blipFill>
        <p:spPr>
          <a:xfrm>
            <a:off x="9391704" y="3597940"/>
            <a:ext cx="556480" cy="556480"/>
          </a:xfrm>
          <a:prstGeom prst="rect">
            <a:avLst/>
          </a:prstGeom>
        </p:spPr>
      </p:pic>
      <p:sp>
        <p:nvSpPr>
          <p:cNvPr id="28" name="テキスト ボックス 27">
            <a:extLst>
              <a:ext uri="{FF2B5EF4-FFF2-40B4-BE49-F238E27FC236}">
                <a16:creationId xmlns:a16="http://schemas.microsoft.com/office/drawing/2014/main" id="{EFBD0851-A15F-E0FA-153C-702A8DC2886C}"/>
              </a:ext>
            </a:extLst>
          </p:cNvPr>
          <p:cNvSpPr txBox="1"/>
          <p:nvPr/>
        </p:nvSpPr>
        <p:spPr>
          <a:xfrm>
            <a:off x="10007638" y="3676125"/>
            <a:ext cx="697627" cy="400110"/>
          </a:xfrm>
          <a:prstGeom prst="rect">
            <a:avLst/>
          </a:prstGeom>
          <a:noFill/>
        </p:spPr>
        <p:txBody>
          <a:bodyPr wrap="none" rtlCol="0">
            <a:spAutoFit/>
          </a:bodyPr>
          <a:lstStyle/>
          <a:p>
            <a:r>
              <a:rPr kumimoji="1" lang="ja-JP" altLang="en-US" sz="2000" dirty="0"/>
              <a:t>晴れ</a:t>
            </a:r>
          </a:p>
        </p:txBody>
      </p:sp>
      <p:sp>
        <p:nvSpPr>
          <p:cNvPr id="29" name="テキスト ボックス 28">
            <a:extLst>
              <a:ext uri="{FF2B5EF4-FFF2-40B4-BE49-F238E27FC236}">
                <a16:creationId xmlns:a16="http://schemas.microsoft.com/office/drawing/2014/main" id="{029F055B-001D-3487-99E5-171D5644E95D}"/>
              </a:ext>
            </a:extLst>
          </p:cNvPr>
          <p:cNvSpPr txBox="1"/>
          <p:nvPr/>
        </p:nvSpPr>
        <p:spPr>
          <a:xfrm>
            <a:off x="11280804" y="3676125"/>
            <a:ext cx="726481" cy="400110"/>
          </a:xfrm>
          <a:prstGeom prst="rect">
            <a:avLst/>
          </a:prstGeom>
          <a:noFill/>
        </p:spPr>
        <p:txBody>
          <a:bodyPr wrap="none" rtlCol="0">
            <a:spAutoFit/>
          </a:bodyPr>
          <a:lstStyle/>
          <a:p>
            <a:r>
              <a:rPr kumimoji="1" lang="en-US" altLang="ja-JP" sz="2000" dirty="0"/>
              <a:t>21</a:t>
            </a:r>
            <a:r>
              <a:rPr kumimoji="1" lang="ja-JP" altLang="en-US" sz="2000" dirty="0"/>
              <a:t>℃</a:t>
            </a:r>
          </a:p>
        </p:txBody>
      </p:sp>
      <p:pic>
        <p:nvPicPr>
          <p:cNvPr id="30" name="図 29" descr="曇り雲のアイコンの無料イラスト｜透過PNG・商用利用OK | 無料 ...">
            <a:extLst>
              <a:ext uri="{FF2B5EF4-FFF2-40B4-BE49-F238E27FC236}">
                <a16:creationId xmlns:a16="http://schemas.microsoft.com/office/drawing/2014/main" id="{61D644F3-FBA1-F278-EA5A-5CA9A0DF5A98}"/>
              </a:ext>
            </a:extLst>
          </p:cNvPr>
          <p:cNvPicPr>
            <a:picLocks noChangeAspect="1"/>
          </p:cNvPicPr>
          <p:nvPr/>
        </p:nvPicPr>
        <p:blipFill>
          <a:blip r:embed="rId4"/>
          <a:stretch>
            <a:fillRect/>
          </a:stretch>
        </p:blipFill>
        <p:spPr>
          <a:xfrm>
            <a:off x="9302513" y="4196998"/>
            <a:ext cx="744000" cy="558000"/>
          </a:xfrm>
          <a:prstGeom prst="rect">
            <a:avLst/>
          </a:prstGeom>
        </p:spPr>
      </p:pic>
      <p:sp>
        <p:nvSpPr>
          <p:cNvPr id="31" name="テキスト ボックス 30">
            <a:extLst>
              <a:ext uri="{FF2B5EF4-FFF2-40B4-BE49-F238E27FC236}">
                <a16:creationId xmlns:a16="http://schemas.microsoft.com/office/drawing/2014/main" id="{7AA9D5D5-8867-957C-BEA3-7D32B3F21FF8}"/>
              </a:ext>
            </a:extLst>
          </p:cNvPr>
          <p:cNvSpPr txBox="1"/>
          <p:nvPr/>
        </p:nvSpPr>
        <p:spPr>
          <a:xfrm>
            <a:off x="10007638" y="4269307"/>
            <a:ext cx="697627" cy="400110"/>
          </a:xfrm>
          <a:prstGeom prst="rect">
            <a:avLst/>
          </a:prstGeom>
          <a:noFill/>
        </p:spPr>
        <p:txBody>
          <a:bodyPr wrap="none" rtlCol="0">
            <a:spAutoFit/>
          </a:bodyPr>
          <a:lstStyle/>
          <a:p>
            <a:r>
              <a:rPr kumimoji="1" lang="ja-JP" altLang="en-US" sz="2000" dirty="0"/>
              <a:t>曇り</a:t>
            </a:r>
          </a:p>
        </p:txBody>
      </p:sp>
      <p:sp>
        <p:nvSpPr>
          <p:cNvPr id="32" name="テキスト ボックス 31">
            <a:extLst>
              <a:ext uri="{FF2B5EF4-FFF2-40B4-BE49-F238E27FC236}">
                <a16:creationId xmlns:a16="http://schemas.microsoft.com/office/drawing/2014/main" id="{5B5D752F-3E99-819C-F6D4-EAD22A5B5FBB}"/>
              </a:ext>
            </a:extLst>
          </p:cNvPr>
          <p:cNvSpPr txBox="1"/>
          <p:nvPr/>
        </p:nvSpPr>
        <p:spPr>
          <a:xfrm>
            <a:off x="11280804" y="4259045"/>
            <a:ext cx="726481" cy="400110"/>
          </a:xfrm>
          <a:prstGeom prst="rect">
            <a:avLst/>
          </a:prstGeom>
          <a:noFill/>
        </p:spPr>
        <p:txBody>
          <a:bodyPr wrap="none" rtlCol="0">
            <a:spAutoFit/>
          </a:bodyPr>
          <a:lstStyle/>
          <a:p>
            <a:r>
              <a:rPr kumimoji="1" lang="en-US" altLang="ja-JP" sz="2000" dirty="0"/>
              <a:t>20</a:t>
            </a:r>
            <a:r>
              <a:rPr kumimoji="1" lang="ja-JP" altLang="en-US" sz="2000" dirty="0"/>
              <a:t>℃</a:t>
            </a:r>
          </a:p>
        </p:txBody>
      </p:sp>
      <p:pic>
        <p:nvPicPr>
          <p:cNvPr id="33" name="図 32" descr="曇り雲のアイコンの無料イラスト｜透過PNG・商用利用OK | 無料 ...">
            <a:extLst>
              <a:ext uri="{FF2B5EF4-FFF2-40B4-BE49-F238E27FC236}">
                <a16:creationId xmlns:a16="http://schemas.microsoft.com/office/drawing/2014/main" id="{2E173F58-DF45-4EC3-F878-3129073CBB50}"/>
              </a:ext>
            </a:extLst>
          </p:cNvPr>
          <p:cNvPicPr>
            <a:picLocks noChangeAspect="1"/>
          </p:cNvPicPr>
          <p:nvPr/>
        </p:nvPicPr>
        <p:blipFill>
          <a:blip r:embed="rId4"/>
          <a:stretch>
            <a:fillRect/>
          </a:stretch>
        </p:blipFill>
        <p:spPr>
          <a:xfrm>
            <a:off x="9302513" y="4811163"/>
            <a:ext cx="744000" cy="558000"/>
          </a:xfrm>
          <a:prstGeom prst="rect">
            <a:avLst/>
          </a:prstGeom>
        </p:spPr>
      </p:pic>
      <p:sp>
        <p:nvSpPr>
          <p:cNvPr id="34" name="テキスト ボックス 33">
            <a:extLst>
              <a:ext uri="{FF2B5EF4-FFF2-40B4-BE49-F238E27FC236}">
                <a16:creationId xmlns:a16="http://schemas.microsoft.com/office/drawing/2014/main" id="{402E6B48-B3CD-768F-F376-0B8B197F0FBA}"/>
              </a:ext>
            </a:extLst>
          </p:cNvPr>
          <p:cNvSpPr txBox="1"/>
          <p:nvPr/>
        </p:nvSpPr>
        <p:spPr>
          <a:xfrm>
            <a:off x="10007638" y="4883472"/>
            <a:ext cx="697627" cy="400110"/>
          </a:xfrm>
          <a:prstGeom prst="rect">
            <a:avLst/>
          </a:prstGeom>
          <a:noFill/>
        </p:spPr>
        <p:txBody>
          <a:bodyPr wrap="none" rtlCol="0">
            <a:spAutoFit/>
          </a:bodyPr>
          <a:lstStyle/>
          <a:p>
            <a:r>
              <a:rPr kumimoji="1" lang="ja-JP" altLang="en-US" sz="2000" dirty="0"/>
              <a:t>曇り</a:t>
            </a:r>
          </a:p>
        </p:txBody>
      </p:sp>
      <p:sp>
        <p:nvSpPr>
          <p:cNvPr id="35" name="テキスト ボックス 34">
            <a:extLst>
              <a:ext uri="{FF2B5EF4-FFF2-40B4-BE49-F238E27FC236}">
                <a16:creationId xmlns:a16="http://schemas.microsoft.com/office/drawing/2014/main" id="{1F7A125A-EF50-C2EE-C495-404DD32FE8C7}"/>
              </a:ext>
            </a:extLst>
          </p:cNvPr>
          <p:cNvSpPr txBox="1"/>
          <p:nvPr/>
        </p:nvSpPr>
        <p:spPr>
          <a:xfrm>
            <a:off x="11280804" y="4873210"/>
            <a:ext cx="726481" cy="400110"/>
          </a:xfrm>
          <a:prstGeom prst="rect">
            <a:avLst/>
          </a:prstGeom>
          <a:noFill/>
        </p:spPr>
        <p:txBody>
          <a:bodyPr wrap="none" rtlCol="0">
            <a:spAutoFit/>
          </a:bodyPr>
          <a:lstStyle/>
          <a:p>
            <a:r>
              <a:rPr kumimoji="1" lang="en-US" altLang="ja-JP" sz="2000" dirty="0"/>
              <a:t>18</a:t>
            </a:r>
            <a:r>
              <a:rPr kumimoji="1" lang="ja-JP" altLang="en-US" sz="2000" dirty="0"/>
              <a:t>℃</a:t>
            </a:r>
          </a:p>
        </p:txBody>
      </p:sp>
      <p:pic>
        <p:nvPicPr>
          <p:cNvPr id="37" name="図 36">
            <a:extLst>
              <a:ext uri="{FF2B5EF4-FFF2-40B4-BE49-F238E27FC236}">
                <a16:creationId xmlns:a16="http://schemas.microsoft.com/office/drawing/2014/main" id="{5B68CD16-F5F9-4DCC-EC9E-E47E09BF1C14}"/>
              </a:ext>
            </a:extLst>
          </p:cNvPr>
          <p:cNvPicPr>
            <a:picLocks noChangeAspect="1"/>
          </p:cNvPicPr>
          <p:nvPr/>
        </p:nvPicPr>
        <p:blipFill>
          <a:blip r:embed="rId5"/>
          <a:stretch>
            <a:fillRect/>
          </a:stretch>
        </p:blipFill>
        <p:spPr>
          <a:xfrm>
            <a:off x="9418700" y="5425328"/>
            <a:ext cx="558000" cy="558000"/>
          </a:xfrm>
          <a:prstGeom prst="rect">
            <a:avLst/>
          </a:prstGeom>
        </p:spPr>
      </p:pic>
      <p:pic>
        <p:nvPicPr>
          <p:cNvPr id="38" name="図 37">
            <a:extLst>
              <a:ext uri="{FF2B5EF4-FFF2-40B4-BE49-F238E27FC236}">
                <a16:creationId xmlns:a16="http://schemas.microsoft.com/office/drawing/2014/main" id="{EA6EC0CB-4027-CBC7-464D-3890E83874BA}"/>
              </a:ext>
            </a:extLst>
          </p:cNvPr>
          <p:cNvPicPr>
            <a:picLocks noChangeAspect="1"/>
          </p:cNvPicPr>
          <p:nvPr/>
        </p:nvPicPr>
        <p:blipFill>
          <a:blip r:embed="rId5"/>
          <a:stretch>
            <a:fillRect/>
          </a:stretch>
        </p:blipFill>
        <p:spPr>
          <a:xfrm>
            <a:off x="9418700" y="5987858"/>
            <a:ext cx="558000" cy="558000"/>
          </a:xfrm>
          <a:prstGeom prst="rect">
            <a:avLst/>
          </a:prstGeom>
        </p:spPr>
      </p:pic>
      <p:sp>
        <p:nvSpPr>
          <p:cNvPr id="39" name="テキスト ボックス 38">
            <a:extLst>
              <a:ext uri="{FF2B5EF4-FFF2-40B4-BE49-F238E27FC236}">
                <a16:creationId xmlns:a16="http://schemas.microsoft.com/office/drawing/2014/main" id="{D3DE8D5E-73DF-8DF6-846E-80530AAD7326}"/>
              </a:ext>
            </a:extLst>
          </p:cNvPr>
          <p:cNvSpPr txBox="1"/>
          <p:nvPr/>
        </p:nvSpPr>
        <p:spPr>
          <a:xfrm>
            <a:off x="10007638" y="5546920"/>
            <a:ext cx="441146" cy="400110"/>
          </a:xfrm>
          <a:prstGeom prst="rect">
            <a:avLst/>
          </a:prstGeom>
          <a:noFill/>
        </p:spPr>
        <p:txBody>
          <a:bodyPr wrap="none" rtlCol="0">
            <a:spAutoFit/>
          </a:bodyPr>
          <a:lstStyle/>
          <a:p>
            <a:r>
              <a:rPr kumimoji="1" lang="ja-JP" altLang="en-US" sz="2000" dirty="0"/>
              <a:t>雨</a:t>
            </a:r>
          </a:p>
        </p:txBody>
      </p:sp>
      <p:sp>
        <p:nvSpPr>
          <p:cNvPr id="40" name="テキスト ボックス 39">
            <a:extLst>
              <a:ext uri="{FF2B5EF4-FFF2-40B4-BE49-F238E27FC236}">
                <a16:creationId xmlns:a16="http://schemas.microsoft.com/office/drawing/2014/main" id="{C1EC6C90-50C8-FF25-BB8F-C64A879085A5}"/>
              </a:ext>
            </a:extLst>
          </p:cNvPr>
          <p:cNvSpPr txBox="1"/>
          <p:nvPr/>
        </p:nvSpPr>
        <p:spPr>
          <a:xfrm>
            <a:off x="10007638" y="6124787"/>
            <a:ext cx="441146" cy="400110"/>
          </a:xfrm>
          <a:prstGeom prst="rect">
            <a:avLst/>
          </a:prstGeom>
          <a:noFill/>
        </p:spPr>
        <p:txBody>
          <a:bodyPr wrap="none" rtlCol="0">
            <a:spAutoFit/>
          </a:bodyPr>
          <a:lstStyle/>
          <a:p>
            <a:r>
              <a:rPr kumimoji="1" lang="ja-JP" altLang="en-US" sz="2000" dirty="0"/>
              <a:t>雨</a:t>
            </a:r>
          </a:p>
        </p:txBody>
      </p:sp>
      <p:sp>
        <p:nvSpPr>
          <p:cNvPr id="41" name="テキスト ボックス 40">
            <a:extLst>
              <a:ext uri="{FF2B5EF4-FFF2-40B4-BE49-F238E27FC236}">
                <a16:creationId xmlns:a16="http://schemas.microsoft.com/office/drawing/2014/main" id="{1CD54A57-1F3F-A78E-962B-0D4A3A8A14D4}"/>
              </a:ext>
            </a:extLst>
          </p:cNvPr>
          <p:cNvSpPr txBox="1"/>
          <p:nvPr/>
        </p:nvSpPr>
        <p:spPr>
          <a:xfrm>
            <a:off x="11280804" y="5504273"/>
            <a:ext cx="726481" cy="400110"/>
          </a:xfrm>
          <a:prstGeom prst="rect">
            <a:avLst/>
          </a:prstGeom>
          <a:noFill/>
        </p:spPr>
        <p:txBody>
          <a:bodyPr wrap="none" rtlCol="0">
            <a:spAutoFit/>
          </a:bodyPr>
          <a:lstStyle/>
          <a:p>
            <a:r>
              <a:rPr kumimoji="1" lang="en-US" altLang="ja-JP" sz="2000" dirty="0"/>
              <a:t>18</a:t>
            </a:r>
            <a:r>
              <a:rPr kumimoji="1" lang="ja-JP" altLang="en-US" sz="2000" dirty="0"/>
              <a:t>℃</a:t>
            </a:r>
          </a:p>
        </p:txBody>
      </p:sp>
      <p:sp>
        <p:nvSpPr>
          <p:cNvPr id="42" name="テキスト ボックス 41">
            <a:extLst>
              <a:ext uri="{FF2B5EF4-FFF2-40B4-BE49-F238E27FC236}">
                <a16:creationId xmlns:a16="http://schemas.microsoft.com/office/drawing/2014/main" id="{DFAABFD1-A9DB-09CD-B978-CE244D024588}"/>
              </a:ext>
            </a:extLst>
          </p:cNvPr>
          <p:cNvSpPr txBox="1"/>
          <p:nvPr/>
        </p:nvSpPr>
        <p:spPr>
          <a:xfrm>
            <a:off x="11280804" y="6066803"/>
            <a:ext cx="726481" cy="400110"/>
          </a:xfrm>
          <a:prstGeom prst="rect">
            <a:avLst/>
          </a:prstGeom>
          <a:noFill/>
        </p:spPr>
        <p:txBody>
          <a:bodyPr wrap="none" rtlCol="0">
            <a:spAutoFit/>
          </a:bodyPr>
          <a:lstStyle/>
          <a:p>
            <a:r>
              <a:rPr kumimoji="1" lang="en-US" altLang="ja-JP" sz="2000" dirty="0"/>
              <a:t>18</a:t>
            </a:r>
            <a:r>
              <a:rPr kumimoji="1" lang="ja-JP" altLang="en-US" sz="2000" dirty="0"/>
              <a:t>℃</a:t>
            </a:r>
          </a:p>
        </p:txBody>
      </p:sp>
    </p:spTree>
    <p:extLst>
      <p:ext uri="{BB962C8B-B14F-4D97-AF65-F5344CB8AC3E}">
        <p14:creationId xmlns:p14="http://schemas.microsoft.com/office/powerpoint/2010/main" val="1019539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27659-38B0-F135-7758-869A21C64995}"/>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B6A4EA3B-CD09-41BB-F7D3-F93B12F899E8}"/>
              </a:ext>
            </a:extLst>
          </p:cNvPr>
          <p:cNvPicPr>
            <a:picLocks noChangeAspect="1"/>
          </p:cNvPicPr>
          <p:nvPr/>
        </p:nvPicPr>
        <p:blipFill>
          <a:blip r:embed="rId2"/>
          <a:stretch>
            <a:fillRect/>
          </a:stretch>
        </p:blipFill>
        <p:spPr>
          <a:xfrm>
            <a:off x="0" y="1"/>
            <a:ext cx="12192000" cy="6858000"/>
          </a:xfrm>
          <a:prstGeom prst="rect">
            <a:avLst/>
          </a:prstGeom>
        </p:spPr>
      </p:pic>
      <p:sp>
        <p:nvSpPr>
          <p:cNvPr id="6" name="テキスト ボックス 5">
            <a:extLst>
              <a:ext uri="{FF2B5EF4-FFF2-40B4-BE49-F238E27FC236}">
                <a16:creationId xmlns:a16="http://schemas.microsoft.com/office/drawing/2014/main" id="{7F50749A-4A28-3155-6016-BC890381985C}"/>
              </a:ext>
            </a:extLst>
          </p:cNvPr>
          <p:cNvSpPr txBox="1"/>
          <p:nvPr/>
        </p:nvSpPr>
        <p:spPr>
          <a:xfrm>
            <a:off x="7485531" y="528918"/>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sp>
        <p:nvSpPr>
          <p:cNvPr id="2" name="テキスト ボックス 1">
            <a:extLst>
              <a:ext uri="{FF2B5EF4-FFF2-40B4-BE49-F238E27FC236}">
                <a16:creationId xmlns:a16="http://schemas.microsoft.com/office/drawing/2014/main" id="{E38D2B09-AD3B-5F48-95E6-9253ADB55C17}"/>
              </a:ext>
            </a:extLst>
          </p:cNvPr>
          <p:cNvSpPr txBox="1"/>
          <p:nvPr/>
        </p:nvSpPr>
        <p:spPr>
          <a:xfrm>
            <a:off x="7901029" y="85394"/>
            <a:ext cx="2053767" cy="338554"/>
          </a:xfrm>
          <a:prstGeom prst="rect">
            <a:avLst/>
          </a:prstGeom>
          <a:noFill/>
        </p:spPr>
        <p:txBody>
          <a:bodyPr wrap="none" rtlCol="0">
            <a:spAutoFit/>
          </a:bodyPr>
          <a:lstStyle/>
          <a:p>
            <a:r>
              <a:rPr kumimoji="1" lang="en-US" altLang="ja-JP" sz="1600" dirty="0"/>
              <a:t>2026</a:t>
            </a:r>
            <a:r>
              <a:rPr kumimoji="1" lang="ja-JP" altLang="en-US" sz="1600" dirty="0"/>
              <a:t>年</a:t>
            </a:r>
            <a:r>
              <a:rPr kumimoji="1" lang="en-US" altLang="ja-JP" sz="1600" dirty="0"/>
              <a:t>04</a:t>
            </a:r>
            <a:r>
              <a:rPr kumimoji="1" lang="ja-JP" altLang="en-US" sz="1600" dirty="0"/>
              <a:t>月</a:t>
            </a:r>
            <a:r>
              <a:rPr kumimoji="1" lang="en-US" altLang="ja-JP" sz="1600" dirty="0"/>
              <a:t>03</a:t>
            </a:r>
            <a:r>
              <a:rPr kumimoji="1" lang="ja-JP" altLang="en-US" sz="1600" dirty="0"/>
              <a:t>日</a:t>
            </a:r>
            <a:r>
              <a:rPr kumimoji="1" lang="en-US" altLang="ja-JP" sz="1600" dirty="0"/>
              <a:t>(</a:t>
            </a:r>
            <a:r>
              <a:rPr kumimoji="1" lang="ja-JP" altLang="en-US" sz="1600" dirty="0"/>
              <a:t>金</a:t>
            </a:r>
            <a:r>
              <a:rPr kumimoji="1" lang="en-US" altLang="ja-JP" sz="1600" dirty="0"/>
              <a:t>)</a:t>
            </a:r>
            <a:endParaRPr kumimoji="1" lang="ja-JP" altLang="en-US" sz="1600" dirty="0"/>
          </a:p>
        </p:txBody>
      </p:sp>
      <p:sp>
        <p:nvSpPr>
          <p:cNvPr id="7" name="テキスト ボックス 6">
            <a:extLst>
              <a:ext uri="{FF2B5EF4-FFF2-40B4-BE49-F238E27FC236}">
                <a16:creationId xmlns:a16="http://schemas.microsoft.com/office/drawing/2014/main" id="{2C173F1B-7120-08EF-F2D9-44AB153C1EB2}"/>
              </a:ext>
            </a:extLst>
          </p:cNvPr>
          <p:cNvSpPr txBox="1"/>
          <p:nvPr/>
        </p:nvSpPr>
        <p:spPr>
          <a:xfrm>
            <a:off x="11486135" y="85394"/>
            <a:ext cx="697627" cy="338554"/>
          </a:xfrm>
          <a:prstGeom prst="rect">
            <a:avLst/>
          </a:prstGeom>
          <a:noFill/>
        </p:spPr>
        <p:txBody>
          <a:bodyPr wrap="none" rtlCol="0">
            <a:spAutoFit/>
          </a:bodyPr>
          <a:lstStyle/>
          <a:p>
            <a:r>
              <a:rPr kumimoji="1" lang="en-US" altLang="ja-JP" sz="1600" dirty="0"/>
              <a:t>12:58</a:t>
            </a:r>
            <a:endParaRPr kumimoji="1" lang="ja-JP" altLang="en-US" sz="1600" dirty="0"/>
          </a:p>
        </p:txBody>
      </p:sp>
      <p:sp>
        <p:nvSpPr>
          <p:cNvPr id="8" name="正方形/長方形 7">
            <a:extLst>
              <a:ext uri="{FF2B5EF4-FFF2-40B4-BE49-F238E27FC236}">
                <a16:creationId xmlns:a16="http://schemas.microsoft.com/office/drawing/2014/main" id="{0DC2FF44-DF68-9C4C-4952-C91F555E2D5E}"/>
              </a:ext>
            </a:extLst>
          </p:cNvPr>
          <p:cNvSpPr/>
          <p:nvPr/>
        </p:nvSpPr>
        <p:spPr>
          <a:xfrm>
            <a:off x="8429897" y="2142309"/>
            <a:ext cx="3405052" cy="26996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466A037F-D2C8-E9F6-45C9-B946F82BF8B2}"/>
              </a:ext>
            </a:extLst>
          </p:cNvPr>
          <p:cNvSpPr/>
          <p:nvPr/>
        </p:nvSpPr>
        <p:spPr>
          <a:xfrm>
            <a:off x="7901029" y="519129"/>
            <a:ext cx="4290971" cy="286788"/>
          </a:xfrm>
          <a:prstGeom prst="rect">
            <a:avLst/>
          </a:prstGeom>
          <a:solidFill>
            <a:srgbClr val="1111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気象情報（大阪市生野区）</a:t>
            </a:r>
          </a:p>
        </p:txBody>
      </p:sp>
      <p:pic>
        <p:nvPicPr>
          <p:cNvPr id="11" name="図 10" descr="晴れの日アイコンのイラスト | 無料イラスト素材のillalet無料 ...">
            <a:extLst>
              <a:ext uri="{FF2B5EF4-FFF2-40B4-BE49-F238E27FC236}">
                <a16:creationId xmlns:a16="http://schemas.microsoft.com/office/drawing/2014/main" id="{020F6137-6BDF-6679-5A4A-33C9631469EF}"/>
              </a:ext>
            </a:extLst>
          </p:cNvPr>
          <p:cNvPicPr>
            <a:picLocks noChangeAspect="1"/>
          </p:cNvPicPr>
          <p:nvPr/>
        </p:nvPicPr>
        <p:blipFill>
          <a:blip r:embed="rId3"/>
          <a:stretch>
            <a:fillRect/>
          </a:stretch>
        </p:blipFill>
        <p:spPr>
          <a:xfrm>
            <a:off x="8072846" y="1380905"/>
            <a:ext cx="1429567" cy="1429567"/>
          </a:xfrm>
          <a:prstGeom prst="rect">
            <a:avLst/>
          </a:prstGeom>
        </p:spPr>
      </p:pic>
      <p:sp>
        <p:nvSpPr>
          <p:cNvPr id="12" name="テキスト ボックス 11">
            <a:extLst>
              <a:ext uri="{FF2B5EF4-FFF2-40B4-BE49-F238E27FC236}">
                <a16:creationId xmlns:a16="http://schemas.microsoft.com/office/drawing/2014/main" id="{3A8AA811-BFC3-BDCE-721D-BE8F591FBB3B}"/>
              </a:ext>
            </a:extLst>
          </p:cNvPr>
          <p:cNvSpPr txBox="1"/>
          <p:nvPr/>
        </p:nvSpPr>
        <p:spPr>
          <a:xfrm>
            <a:off x="7901029" y="924134"/>
            <a:ext cx="1210588" cy="338554"/>
          </a:xfrm>
          <a:prstGeom prst="rect">
            <a:avLst/>
          </a:prstGeom>
          <a:noFill/>
        </p:spPr>
        <p:txBody>
          <a:bodyPr wrap="none" rtlCol="0">
            <a:spAutoFit/>
          </a:bodyPr>
          <a:lstStyle/>
          <a:p>
            <a:r>
              <a:rPr kumimoji="1" lang="ja-JP" altLang="en-US" sz="1600" dirty="0"/>
              <a:t>現在の天気</a:t>
            </a:r>
          </a:p>
        </p:txBody>
      </p:sp>
      <p:sp>
        <p:nvSpPr>
          <p:cNvPr id="13" name="テキスト ボックス 12">
            <a:extLst>
              <a:ext uri="{FF2B5EF4-FFF2-40B4-BE49-F238E27FC236}">
                <a16:creationId xmlns:a16="http://schemas.microsoft.com/office/drawing/2014/main" id="{55FD8D0A-49AD-7546-F3DA-FAAF545B6BD3}"/>
              </a:ext>
            </a:extLst>
          </p:cNvPr>
          <p:cNvSpPr txBox="1"/>
          <p:nvPr/>
        </p:nvSpPr>
        <p:spPr>
          <a:xfrm>
            <a:off x="9697700" y="1623920"/>
            <a:ext cx="697627" cy="400110"/>
          </a:xfrm>
          <a:prstGeom prst="rect">
            <a:avLst/>
          </a:prstGeom>
          <a:noFill/>
        </p:spPr>
        <p:txBody>
          <a:bodyPr wrap="none" rtlCol="0">
            <a:spAutoFit/>
          </a:bodyPr>
          <a:lstStyle/>
          <a:p>
            <a:r>
              <a:rPr kumimoji="1" lang="ja-JP" altLang="en-US" sz="2000" dirty="0"/>
              <a:t>晴れ</a:t>
            </a:r>
          </a:p>
        </p:txBody>
      </p:sp>
      <p:sp>
        <p:nvSpPr>
          <p:cNvPr id="14" name="テキスト ボックス 13">
            <a:extLst>
              <a:ext uri="{FF2B5EF4-FFF2-40B4-BE49-F238E27FC236}">
                <a16:creationId xmlns:a16="http://schemas.microsoft.com/office/drawing/2014/main" id="{43EE8DCF-02F2-74FB-6E24-4EAA1C5C3C4A}"/>
              </a:ext>
            </a:extLst>
          </p:cNvPr>
          <p:cNvSpPr txBox="1"/>
          <p:nvPr/>
        </p:nvSpPr>
        <p:spPr>
          <a:xfrm>
            <a:off x="9697700" y="2092996"/>
            <a:ext cx="1495922" cy="400110"/>
          </a:xfrm>
          <a:prstGeom prst="rect">
            <a:avLst/>
          </a:prstGeom>
          <a:noFill/>
        </p:spPr>
        <p:txBody>
          <a:bodyPr wrap="none" rtlCol="0">
            <a:spAutoFit/>
          </a:bodyPr>
          <a:lstStyle/>
          <a:p>
            <a:r>
              <a:rPr kumimoji="1" lang="ja-JP" altLang="en-US" sz="2000" dirty="0"/>
              <a:t>気温　</a:t>
            </a:r>
            <a:r>
              <a:rPr kumimoji="1" lang="en-US" altLang="ja-JP" sz="2000" dirty="0"/>
              <a:t>22</a:t>
            </a:r>
            <a:r>
              <a:rPr kumimoji="1" lang="ja-JP" altLang="en-US" sz="2000" dirty="0"/>
              <a:t>℃</a:t>
            </a:r>
          </a:p>
        </p:txBody>
      </p:sp>
      <p:sp>
        <p:nvSpPr>
          <p:cNvPr id="15" name="テキスト ボックス 14">
            <a:extLst>
              <a:ext uri="{FF2B5EF4-FFF2-40B4-BE49-F238E27FC236}">
                <a16:creationId xmlns:a16="http://schemas.microsoft.com/office/drawing/2014/main" id="{A89B105F-C1A4-411A-D410-51890A58D105}"/>
              </a:ext>
            </a:extLst>
          </p:cNvPr>
          <p:cNvSpPr txBox="1"/>
          <p:nvPr/>
        </p:nvSpPr>
        <p:spPr>
          <a:xfrm>
            <a:off x="7901029" y="3153583"/>
            <a:ext cx="1210588" cy="338554"/>
          </a:xfrm>
          <a:prstGeom prst="rect">
            <a:avLst/>
          </a:prstGeom>
          <a:noFill/>
        </p:spPr>
        <p:txBody>
          <a:bodyPr wrap="none" rtlCol="0">
            <a:spAutoFit/>
          </a:bodyPr>
          <a:lstStyle/>
          <a:p>
            <a:r>
              <a:rPr kumimoji="1" lang="ja-JP" altLang="en-US" sz="1600" dirty="0"/>
              <a:t>明日の天気</a:t>
            </a:r>
          </a:p>
        </p:txBody>
      </p:sp>
      <p:pic>
        <p:nvPicPr>
          <p:cNvPr id="3" name="図 2">
            <a:extLst>
              <a:ext uri="{FF2B5EF4-FFF2-40B4-BE49-F238E27FC236}">
                <a16:creationId xmlns:a16="http://schemas.microsoft.com/office/drawing/2014/main" id="{4E372832-CEFA-F57D-4D6B-B0EB0A0085E4}"/>
              </a:ext>
            </a:extLst>
          </p:cNvPr>
          <p:cNvPicPr>
            <a:picLocks noChangeAspect="1"/>
          </p:cNvPicPr>
          <p:nvPr/>
        </p:nvPicPr>
        <p:blipFill>
          <a:blip r:embed="rId4"/>
          <a:stretch>
            <a:fillRect/>
          </a:stretch>
        </p:blipFill>
        <p:spPr>
          <a:xfrm>
            <a:off x="8072846" y="3778620"/>
            <a:ext cx="1429567" cy="1429567"/>
          </a:xfrm>
          <a:prstGeom prst="rect">
            <a:avLst/>
          </a:prstGeom>
        </p:spPr>
      </p:pic>
      <p:sp>
        <p:nvSpPr>
          <p:cNvPr id="4" name="テキスト ボックス 3">
            <a:extLst>
              <a:ext uri="{FF2B5EF4-FFF2-40B4-BE49-F238E27FC236}">
                <a16:creationId xmlns:a16="http://schemas.microsoft.com/office/drawing/2014/main" id="{C4F4CE49-4E55-7DEF-2126-40DD822AF0ED}"/>
              </a:ext>
            </a:extLst>
          </p:cNvPr>
          <p:cNvSpPr txBox="1"/>
          <p:nvPr/>
        </p:nvSpPr>
        <p:spPr>
          <a:xfrm>
            <a:off x="9697700" y="3964785"/>
            <a:ext cx="441146" cy="400110"/>
          </a:xfrm>
          <a:prstGeom prst="rect">
            <a:avLst/>
          </a:prstGeom>
          <a:noFill/>
        </p:spPr>
        <p:txBody>
          <a:bodyPr wrap="none" rtlCol="0">
            <a:spAutoFit/>
          </a:bodyPr>
          <a:lstStyle/>
          <a:p>
            <a:r>
              <a:rPr kumimoji="1" lang="ja-JP" altLang="en-US" sz="2000" dirty="0"/>
              <a:t>雨</a:t>
            </a:r>
          </a:p>
        </p:txBody>
      </p:sp>
      <p:sp>
        <p:nvSpPr>
          <p:cNvPr id="9" name="テキスト ボックス 8">
            <a:extLst>
              <a:ext uri="{FF2B5EF4-FFF2-40B4-BE49-F238E27FC236}">
                <a16:creationId xmlns:a16="http://schemas.microsoft.com/office/drawing/2014/main" id="{EDAD3D89-20EF-4737-B4FE-1D1034A5068C}"/>
              </a:ext>
            </a:extLst>
          </p:cNvPr>
          <p:cNvSpPr txBox="1"/>
          <p:nvPr/>
        </p:nvSpPr>
        <p:spPr>
          <a:xfrm>
            <a:off x="9697700" y="4403375"/>
            <a:ext cx="2138727" cy="400110"/>
          </a:xfrm>
          <a:prstGeom prst="rect">
            <a:avLst/>
          </a:prstGeom>
          <a:noFill/>
        </p:spPr>
        <p:txBody>
          <a:bodyPr wrap="none" rtlCol="0">
            <a:spAutoFit/>
          </a:bodyPr>
          <a:lstStyle/>
          <a:p>
            <a:r>
              <a:rPr kumimoji="1" lang="ja-JP" altLang="en-US" sz="2000" dirty="0"/>
              <a:t>気温　</a:t>
            </a:r>
            <a:r>
              <a:rPr kumimoji="1" lang="en-US" altLang="ja-JP" sz="2000" dirty="0">
                <a:solidFill>
                  <a:srgbClr val="FF0000"/>
                </a:solidFill>
              </a:rPr>
              <a:t>25</a:t>
            </a:r>
            <a:r>
              <a:rPr kumimoji="1" lang="ja-JP" altLang="en-US" sz="2000" dirty="0">
                <a:solidFill>
                  <a:srgbClr val="FF0000"/>
                </a:solidFill>
              </a:rPr>
              <a:t>℃</a:t>
            </a:r>
            <a:r>
              <a:rPr kumimoji="1" lang="en-US" altLang="ja-JP" sz="2000" dirty="0"/>
              <a:t>/</a:t>
            </a:r>
            <a:r>
              <a:rPr kumimoji="1" lang="en-US" altLang="ja-JP" sz="2000" dirty="0">
                <a:solidFill>
                  <a:srgbClr val="00B0F0"/>
                </a:solidFill>
              </a:rPr>
              <a:t>18</a:t>
            </a:r>
            <a:r>
              <a:rPr kumimoji="1" lang="ja-JP" altLang="en-US" sz="2000" dirty="0">
                <a:solidFill>
                  <a:srgbClr val="00B0F0"/>
                </a:solidFill>
              </a:rPr>
              <a:t>℃</a:t>
            </a:r>
          </a:p>
        </p:txBody>
      </p:sp>
    </p:spTree>
    <p:extLst>
      <p:ext uri="{BB962C8B-B14F-4D97-AF65-F5344CB8AC3E}">
        <p14:creationId xmlns:p14="http://schemas.microsoft.com/office/powerpoint/2010/main" val="3016779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B27B8-188E-F9BC-0698-8E2EDB8DD903}"/>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EE9D294D-9357-E54E-01F1-4AB5591945E0}"/>
              </a:ext>
            </a:extLst>
          </p:cNvPr>
          <p:cNvPicPr>
            <a:picLocks noChangeAspect="1"/>
          </p:cNvPicPr>
          <p:nvPr/>
        </p:nvPicPr>
        <p:blipFill>
          <a:blip r:embed="rId2"/>
          <a:stretch>
            <a:fillRect/>
          </a:stretch>
        </p:blipFill>
        <p:spPr>
          <a:xfrm>
            <a:off x="0" y="1"/>
            <a:ext cx="12192000" cy="6858000"/>
          </a:xfrm>
          <a:prstGeom prst="rect">
            <a:avLst/>
          </a:prstGeom>
        </p:spPr>
      </p:pic>
      <p:sp>
        <p:nvSpPr>
          <p:cNvPr id="6" name="テキスト ボックス 5">
            <a:extLst>
              <a:ext uri="{FF2B5EF4-FFF2-40B4-BE49-F238E27FC236}">
                <a16:creationId xmlns:a16="http://schemas.microsoft.com/office/drawing/2014/main" id="{E7FF1655-A6DA-B40E-2195-BC2C4CB1F5B2}"/>
              </a:ext>
            </a:extLst>
          </p:cNvPr>
          <p:cNvSpPr txBox="1"/>
          <p:nvPr/>
        </p:nvSpPr>
        <p:spPr>
          <a:xfrm>
            <a:off x="7485531" y="528918"/>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sp>
        <p:nvSpPr>
          <p:cNvPr id="2" name="テキスト ボックス 1">
            <a:extLst>
              <a:ext uri="{FF2B5EF4-FFF2-40B4-BE49-F238E27FC236}">
                <a16:creationId xmlns:a16="http://schemas.microsoft.com/office/drawing/2014/main" id="{4E8D9497-2AF4-5C18-366E-A8B3E5A2B9C1}"/>
              </a:ext>
            </a:extLst>
          </p:cNvPr>
          <p:cNvSpPr txBox="1"/>
          <p:nvPr/>
        </p:nvSpPr>
        <p:spPr>
          <a:xfrm>
            <a:off x="7901029" y="85394"/>
            <a:ext cx="2053767" cy="338554"/>
          </a:xfrm>
          <a:prstGeom prst="rect">
            <a:avLst/>
          </a:prstGeom>
          <a:noFill/>
        </p:spPr>
        <p:txBody>
          <a:bodyPr wrap="none" rtlCol="0">
            <a:spAutoFit/>
          </a:bodyPr>
          <a:lstStyle/>
          <a:p>
            <a:r>
              <a:rPr kumimoji="1" lang="en-US" altLang="ja-JP" sz="1600" dirty="0"/>
              <a:t>2026</a:t>
            </a:r>
            <a:r>
              <a:rPr kumimoji="1" lang="ja-JP" altLang="en-US" sz="1600" dirty="0"/>
              <a:t>年</a:t>
            </a:r>
            <a:r>
              <a:rPr kumimoji="1" lang="en-US" altLang="ja-JP" sz="1600" dirty="0"/>
              <a:t>04</a:t>
            </a:r>
            <a:r>
              <a:rPr kumimoji="1" lang="ja-JP" altLang="en-US" sz="1600" dirty="0"/>
              <a:t>月</a:t>
            </a:r>
            <a:r>
              <a:rPr kumimoji="1" lang="en-US" altLang="ja-JP" sz="1600" dirty="0"/>
              <a:t>03</a:t>
            </a:r>
            <a:r>
              <a:rPr kumimoji="1" lang="ja-JP" altLang="en-US" sz="1600" dirty="0"/>
              <a:t>日</a:t>
            </a:r>
            <a:r>
              <a:rPr kumimoji="1" lang="en-US" altLang="ja-JP" sz="1600" dirty="0"/>
              <a:t>(</a:t>
            </a:r>
            <a:r>
              <a:rPr kumimoji="1" lang="ja-JP" altLang="en-US" sz="1600" dirty="0"/>
              <a:t>金</a:t>
            </a:r>
            <a:r>
              <a:rPr kumimoji="1" lang="en-US" altLang="ja-JP" sz="1600" dirty="0"/>
              <a:t>)</a:t>
            </a:r>
            <a:endParaRPr kumimoji="1" lang="ja-JP" altLang="en-US" sz="1600" dirty="0"/>
          </a:p>
        </p:txBody>
      </p:sp>
      <p:sp>
        <p:nvSpPr>
          <p:cNvPr id="7" name="テキスト ボックス 6">
            <a:extLst>
              <a:ext uri="{FF2B5EF4-FFF2-40B4-BE49-F238E27FC236}">
                <a16:creationId xmlns:a16="http://schemas.microsoft.com/office/drawing/2014/main" id="{F00D0216-B94C-B1F5-2072-265410A65EF9}"/>
              </a:ext>
            </a:extLst>
          </p:cNvPr>
          <p:cNvSpPr txBox="1"/>
          <p:nvPr/>
        </p:nvSpPr>
        <p:spPr>
          <a:xfrm>
            <a:off x="11486135" y="85394"/>
            <a:ext cx="697627" cy="338554"/>
          </a:xfrm>
          <a:prstGeom prst="rect">
            <a:avLst/>
          </a:prstGeom>
          <a:noFill/>
        </p:spPr>
        <p:txBody>
          <a:bodyPr wrap="none" rtlCol="0">
            <a:spAutoFit/>
          </a:bodyPr>
          <a:lstStyle/>
          <a:p>
            <a:r>
              <a:rPr kumimoji="1" lang="en-US" altLang="ja-JP" sz="1600" dirty="0"/>
              <a:t>12:58</a:t>
            </a:r>
            <a:endParaRPr kumimoji="1" lang="ja-JP" altLang="en-US" sz="1600" dirty="0"/>
          </a:p>
        </p:txBody>
      </p:sp>
      <p:sp>
        <p:nvSpPr>
          <p:cNvPr id="8" name="正方形/長方形 7">
            <a:extLst>
              <a:ext uri="{FF2B5EF4-FFF2-40B4-BE49-F238E27FC236}">
                <a16:creationId xmlns:a16="http://schemas.microsoft.com/office/drawing/2014/main" id="{EEFCA06F-026A-8291-B9A3-AEA3F7019FA6}"/>
              </a:ext>
            </a:extLst>
          </p:cNvPr>
          <p:cNvSpPr/>
          <p:nvPr/>
        </p:nvSpPr>
        <p:spPr>
          <a:xfrm>
            <a:off x="8429897" y="2142309"/>
            <a:ext cx="3405052" cy="26996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66AA5E2F-A4EB-49AF-969C-D228F1D4514B}"/>
              </a:ext>
            </a:extLst>
          </p:cNvPr>
          <p:cNvSpPr/>
          <p:nvPr/>
        </p:nvSpPr>
        <p:spPr>
          <a:xfrm>
            <a:off x="7901029" y="519129"/>
            <a:ext cx="4290971" cy="286788"/>
          </a:xfrm>
          <a:prstGeom prst="rect">
            <a:avLst/>
          </a:prstGeom>
          <a:solidFill>
            <a:srgbClr val="1111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ニュース</a:t>
            </a:r>
          </a:p>
        </p:txBody>
      </p:sp>
      <p:sp>
        <p:nvSpPr>
          <p:cNvPr id="12" name="テキスト ボックス 11">
            <a:extLst>
              <a:ext uri="{FF2B5EF4-FFF2-40B4-BE49-F238E27FC236}">
                <a16:creationId xmlns:a16="http://schemas.microsoft.com/office/drawing/2014/main" id="{023368B6-1E32-3F60-828B-C3C8B6C4366F}"/>
              </a:ext>
            </a:extLst>
          </p:cNvPr>
          <p:cNvSpPr txBox="1"/>
          <p:nvPr/>
        </p:nvSpPr>
        <p:spPr>
          <a:xfrm>
            <a:off x="7901029" y="901098"/>
            <a:ext cx="4282733" cy="1200329"/>
          </a:xfrm>
          <a:prstGeom prst="rect">
            <a:avLst/>
          </a:prstGeom>
          <a:noFill/>
        </p:spPr>
        <p:txBody>
          <a:bodyPr wrap="square" rtlCol="0">
            <a:spAutoFit/>
          </a:bodyPr>
          <a:lstStyle/>
          <a:p>
            <a:r>
              <a:rPr lang="ja-JP" altLang="en-US" b="1" dirty="0"/>
              <a:t>常磐道で奈良県警の護送車が横転　警察官</a:t>
            </a:r>
            <a:r>
              <a:rPr lang="en-US" altLang="ja-JP" b="1" dirty="0"/>
              <a:t>13</a:t>
            </a:r>
            <a:r>
              <a:rPr lang="ja-JP" altLang="en-US" b="1" dirty="0"/>
              <a:t>人乗り数人がけが　下り友部</a:t>
            </a:r>
            <a:r>
              <a:rPr lang="en-US" altLang="ja-JP" b="1" dirty="0"/>
              <a:t>JCT</a:t>
            </a:r>
            <a:r>
              <a:rPr lang="ja-JP" altLang="en-US" b="1" dirty="0"/>
              <a:t>付近で「バスの単独事故」と</a:t>
            </a:r>
            <a:r>
              <a:rPr lang="en-US" altLang="ja-JP" b="1" dirty="0"/>
              <a:t>119</a:t>
            </a:r>
            <a:r>
              <a:rPr lang="ja-JP" altLang="en-US" b="1" dirty="0"/>
              <a:t>番通報</a:t>
            </a:r>
          </a:p>
        </p:txBody>
      </p:sp>
      <p:sp>
        <p:nvSpPr>
          <p:cNvPr id="16" name="テキスト ボックス 15">
            <a:extLst>
              <a:ext uri="{FF2B5EF4-FFF2-40B4-BE49-F238E27FC236}">
                <a16:creationId xmlns:a16="http://schemas.microsoft.com/office/drawing/2014/main" id="{B44CB2C1-FC7A-FBA5-7F4D-A705D41C0F5D}"/>
              </a:ext>
            </a:extLst>
          </p:cNvPr>
          <p:cNvSpPr txBox="1"/>
          <p:nvPr/>
        </p:nvSpPr>
        <p:spPr>
          <a:xfrm>
            <a:off x="7901029" y="2196608"/>
            <a:ext cx="4282733" cy="2862322"/>
          </a:xfrm>
          <a:prstGeom prst="rect">
            <a:avLst/>
          </a:prstGeom>
          <a:noFill/>
        </p:spPr>
        <p:txBody>
          <a:bodyPr wrap="square" rtlCol="0">
            <a:spAutoFit/>
          </a:bodyPr>
          <a:lstStyle/>
          <a:p>
            <a:r>
              <a:rPr lang="ja-JP" altLang="en-US" sz="1200" dirty="0"/>
              <a:t>茨城県の常磐道で警察官</a:t>
            </a:r>
            <a:r>
              <a:rPr lang="en-US" altLang="ja-JP" sz="1200" dirty="0"/>
              <a:t>13</a:t>
            </a:r>
            <a:r>
              <a:rPr lang="ja-JP" altLang="en-US" sz="1200" dirty="0"/>
              <a:t>人が乗った奈良県警の護送車が横転しました。 正午すぎ、茨城県笠間市の常磐道・下りの友部ジャンクション付近で、「バスの単独事故」と</a:t>
            </a:r>
            <a:r>
              <a:rPr lang="en-US" altLang="ja-JP" sz="1200" dirty="0"/>
              <a:t>119</a:t>
            </a:r>
            <a:r>
              <a:rPr lang="ja-JP" altLang="en-US" sz="1200" dirty="0"/>
              <a:t>番通報がありました。</a:t>
            </a:r>
            <a:endParaRPr lang="en-US" altLang="ja-JP" sz="1200" dirty="0"/>
          </a:p>
          <a:p>
            <a:endParaRPr kumimoji="1" lang="en-US" altLang="ja-JP" sz="1200" dirty="0"/>
          </a:p>
          <a:p>
            <a:r>
              <a:rPr lang="ja-JP" altLang="en-US" sz="1200" dirty="0"/>
              <a:t>警察や消防によりますと、横転したのは警察の護送車で、車線に入ってきた車をよけようとした際に横転したとみられるということです。</a:t>
            </a:r>
            <a:endParaRPr lang="en-US" altLang="ja-JP" sz="1200" dirty="0"/>
          </a:p>
          <a:p>
            <a:endParaRPr lang="en-US" altLang="ja-JP" sz="1200" dirty="0"/>
          </a:p>
          <a:p>
            <a:r>
              <a:rPr lang="ja-JP" altLang="en-US" sz="1200" dirty="0"/>
              <a:t>護送車は奈良県警のもので、全員で</a:t>
            </a:r>
            <a:r>
              <a:rPr lang="en-US" altLang="ja-JP" sz="1200" dirty="0"/>
              <a:t>13</a:t>
            </a:r>
            <a:r>
              <a:rPr lang="ja-JP" altLang="en-US" sz="1200" dirty="0"/>
              <a:t>人の警察官が乗っていましたが、そのうち、数人が擦り傷などのけがをしました。</a:t>
            </a:r>
            <a:endParaRPr lang="en-US" altLang="ja-JP" sz="1200" dirty="0"/>
          </a:p>
          <a:p>
            <a:endParaRPr lang="en-US" altLang="ja-JP" sz="1200" dirty="0"/>
          </a:p>
          <a:p>
            <a:r>
              <a:rPr lang="ja-JP" altLang="en-US" sz="1200" dirty="0"/>
              <a:t>この護送車は天皇ご一家が福島を訪問される警備の応援のためきのう奈良県を出発したということです。</a:t>
            </a:r>
            <a:endParaRPr kumimoji="1" lang="ja-JP" altLang="en-US" sz="1200" dirty="0"/>
          </a:p>
        </p:txBody>
      </p:sp>
    </p:spTree>
    <p:extLst>
      <p:ext uri="{BB962C8B-B14F-4D97-AF65-F5344CB8AC3E}">
        <p14:creationId xmlns:p14="http://schemas.microsoft.com/office/powerpoint/2010/main" val="3536836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5FB92-2DF9-BD08-927E-9D0645136BEF}"/>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1C627294-1695-85A2-F6FA-585F41F4998A}"/>
              </a:ext>
            </a:extLst>
          </p:cNvPr>
          <p:cNvPicPr>
            <a:picLocks noChangeAspect="1"/>
          </p:cNvPicPr>
          <p:nvPr/>
        </p:nvPicPr>
        <p:blipFill>
          <a:blip r:embed="rId2"/>
          <a:stretch>
            <a:fillRect/>
          </a:stretch>
        </p:blipFill>
        <p:spPr>
          <a:xfrm>
            <a:off x="8238" y="0"/>
            <a:ext cx="12192000" cy="6858000"/>
          </a:xfrm>
          <a:prstGeom prst="rect">
            <a:avLst/>
          </a:prstGeom>
        </p:spPr>
      </p:pic>
      <p:sp>
        <p:nvSpPr>
          <p:cNvPr id="6" name="テキスト ボックス 5">
            <a:extLst>
              <a:ext uri="{FF2B5EF4-FFF2-40B4-BE49-F238E27FC236}">
                <a16:creationId xmlns:a16="http://schemas.microsoft.com/office/drawing/2014/main" id="{42FB32A9-0662-2D6F-D80A-6CDB9A40E1FD}"/>
              </a:ext>
            </a:extLst>
          </p:cNvPr>
          <p:cNvSpPr txBox="1"/>
          <p:nvPr/>
        </p:nvSpPr>
        <p:spPr>
          <a:xfrm>
            <a:off x="7485531" y="528918"/>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sp>
        <p:nvSpPr>
          <p:cNvPr id="2" name="テキスト ボックス 1">
            <a:extLst>
              <a:ext uri="{FF2B5EF4-FFF2-40B4-BE49-F238E27FC236}">
                <a16:creationId xmlns:a16="http://schemas.microsoft.com/office/drawing/2014/main" id="{8F6AF1AB-DCF3-D106-472D-4AF249B43D15}"/>
              </a:ext>
            </a:extLst>
          </p:cNvPr>
          <p:cNvSpPr txBox="1"/>
          <p:nvPr/>
        </p:nvSpPr>
        <p:spPr>
          <a:xfrm>
            <a:off x="7901029" y="85394"/>
            <a:ext cx="2053767" cy="338554"/>
          </a:xfrm>
          <a:prstGeom prst="rect">
            <a:avLst/>
          </a:prstGeom>
          <a:noFill/>
        </p:spPr>
        <p:txBody>
          <a:bodyPr wrap="none" rtlCol="0">
            <a:spAutoFit/>
          </a:bodyPr>
          <a:lstStyle/>
          <a:p>
            <a:r>
              <a:rPr kumimoji="1" lang="en-US" altLang="ja-JP" sz="1600" dirty="0"/>
              <a:t>2026</a:t>
            </a:r>
            <a:r>
              <a:rPr kumimoji="1" lang="ja-JP" altLang="en-US" sz="1600" dirty="0"/>
              <a:t>年</a:t>
            </a:r>
            <a:r>
              <a:rPr kumimoji="1" lang="en-US" altLang="ja-JP" sz="1600" dirty="0"/>
              <a:t>04</a:t>
            </a:r>
            <a:r>
              <a:rPr kumimoji="1" lang="ja-JP" altLang="en-US" sz="1600" dirty="0"/>
              <a:t>月</a:t>
            </a:r>
            <a:r>
              <a:rPr kumimoji="1" lang="en-US" altLang="ja-JP" sz="1600" dirty="0"/>
              <a:t>03</a:t>
            </a:r>
            <a:r>
              <a:rPr kumimoji="1" lang="ja-JP" altLang="en-US" sz="1600" dirty="0"/>
              <a:t>日</a:t>
            </a:r>
            <a:r>
              <a:rPr kumimoji="1" lang="en-US" altLang="ja-JP" sz="1600" dirty="0"/>
              <a:t>(</a:t>
            </a:r>
            <a:r>
              <a:rPr kumimoji="1" lang="ja-JP" altLang="en-US" sz="1600" dirty="0"/>
              <a:t>金</a:t>
            </a:r>
            <a:r>
              <a:rPr kumimoji="1" lang="en-US" altLang="ja-JP" sz="1600" dirty="0"/>
              <a:t>)</a:t>
            </a:r>
            <a:endParaRPr kumimoji="1" lang="ja-JP" altLang="en-US" sz="1600" dirty="0"/>
          </a:p>
        </p:txBody>
      </p:sp>
      <p:sp>
        <p:nvSpPr>
          <p:cNvPr id="7" name="テキスト ボックス 6">
            <a:extLst>
              <a:ext uri="{FF2B5EF4-FFF2-40B4-BE49-F238E27FC236}">
                <a16:creationId xmlns:a16="http://schemas.microsoft.com/office/drawing/2014/main" id="{A1D22896-9EF5-B38F-47A3-128287653CCB}"/>
              </a:ext>
            </a:extLst>
          </p:cNvPr>
          <p:cNvSpPr txBox="1"/>
          <p:nvPr/>
        </p:nvSpPr>
        <p:spPr>
          <a:xfrm>
            <a:off x="11486135" y="85394"/>
            <a:ext cx="697627" cy="338554"/>
          </a:xfrm>
          <a:prstGeom prst="rect">
            <a:avLst/>
          </a:prstGeom>
          <a:noFill/>
        </p:spPr>
        <p:txBody>
          <a:bodyPr wrap="none" rtlCol="0">
            <a:spAutoFit/>
          </a:bodyPr>
          <a:lstStyle/>
          <a:p>
            <a:r>
              <a:rPr kumimoji="1" lang="en-US" altLang="ja-JP" sz="1600" dirty="0"/>
              <a:t>12:58</a:t>
            </a:r>
            <a:endParaRPr kumimoji="1" lang="ja-JP" altLang="en-US" sz="1600" dirty="0"/>
          </a:p>
        </p:txBody>
      </p:sp>
      <p:sp>
        <p:nvSpPr>
          <p:cNvPr id="8" name="正方形/長方形 7">
            <a:extLst>
              <a:ext uri="{FF2B5EF4-FFF2-40B4-BE49-F238E27FC236}">
                <a16:creationId xmlns:a16="http://schemas.microsoft.com/office/drawing/2014/main" id="{E06DD5AF-491F-10A9-5260-F4285A4EBFFE}"/>
              </a:ext>
            </a:extLst>
          </p:cNvPr>
          <p:cNvSpPr/>
          <p:nvPr/>
        </p:nvSpPr>
        <p:spPr>
          <a:xfrm>
            <a:off x="8429897" y="2142309"/>
            <a:ext cx="3405052" cy="26996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731CE4B1-1EF0-FC89-6F7C-09917F03892A}"/>
              </a:ext>
            </a:extLst>
          </p:cNvPr>
          <p:cNvSpPr/>
          <p:nvPr/>
        </p:nvSpPr>
        <p:spPr>
          <a:xfrm>
            <a:off x="7901029" y="519129"/>
            <a:ext cx="4290971" cy="286788"/>
          </a:xfrm>
          <a:prstGeom prst="rect">
            <a:avLst/>
          </a:prstGeom>
          <a:solidFill>
            <a:srgbClr val="1111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列車運行情報（</a:t>
            </a:r>
            <a:r>
              <a:rPr kumimoji="1" lang="en-US" altLang="ja-JP" sz="1200" dirty="0"/>
              <a:t>JR</a:t>
            </a:r>
            <a:r>
              <a:rPr kumimoji="1" lang="ja-JP" altLang="en-US" sz="1200" dirty="0"/>
              <a:t>西日本 京阪神エリア）</a:t>
            </a:r>
          </a:p>
        </p:txBody>
      </p:sp>
      <p:sp>
        <p:nvSpPr>
          <p:cNvPr id="3" name="正方形/長方形 2">
            <a:extLst>
              <a:ext uri="{FF2B5EF4-FFF2-40B4-BE49-F238E27FC236}">
                <a16:creationId xmlns:a16="http://schemas.microsoft.com/office/drawing/2014/main" id="{800A4BD0-FED6-FF35-FB22-9E30F0FD4CAA}"/>
              </a:ext>
            </a:extLst>
          </p:cNvPr>
          <p:cNvSpPr/>
          <p:nvPr/>
        </p:nvSpPr>
        <p:spPr>
          <a:xfrm>
            <a:off x="8011886" y="984069"/>
            <a:ext cx="3962400" cy="340976"/>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bg1"/>
                </a:solidFill>
              </a:rPr>
              <a:t>【JR</a:t>
            </a:r>
            <a:r>
              <a:rPr kumimoji="1" lang="ja-JP" altLang="en-US" sz="1100" dirty="0">
                <a:solidFill>
                  <a:schemeClr val="bg1"/>
                </a:solidFill>
              </a:rPr>
              <a:t>神戸線</a:t>
            </a:r>
            <a:r>
              <a:rPr kumimoji="1" lang="en-US" altLang="ja-JP" sz="1100" dirty="0">
                <a:solidFill>
                  <a:schemeClr val="bg1"/>
                </a:solidFill>
              </a:rPr>
              <a:t>】</a:t>
            </a:r>
            <a:r>
              <a:rPr kumimoji="1" lang="ja-JP" altLang="en-US" sz="1100" dirty="0">
                <a:solidFill>
                  <a:schemeClr val="bg1"/>
                </a:solidFill>
              </a:rPr>
              <a:t>車両の確認による列車の遅れ</a:t>
            </a:r>
          </a:p>
        </p:txBody>
      </p:sp>
      <p:sp>
        <p:nvSpPr>
          <p:cNvPr id="4" name="正方形/長方形 3">
            <a:extLst>
              <a:ext uri="{FF2B5EF4-FFF2-40B4-BE49-F238E27FC236}">
                <a16:creationId xmlns:a16="http://schemas.microsoft.com/office/drawing/2014/main" id="{859D772C-00A4-19DE-E16E-28249543C639}"/>
              </a:ext>
            </a:extLst>
          </p:cNvPr>
          <p:cNvSpPr/>
          <p:nvPr/>
        </p:nvSpPr>
        <p:spPr>
          <a:xfrm>
            <a:off x="8011886" y="1302470"/>
            <a:ext cx="3962400" cy="90950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t>１０時０４分頃、ＪＲ神戸線：芦屋駅～甲南山手駅間で車両の確認をしたため、ＪＲ京都線・ＪＲ神戸線・ＪＲ東西線・学研都市線の列車に遅れや運転取り止めがでています。</a:t>
            </a:r>
            <a:endParaRPr kumimoji="1" lang="ja-JP" altLang="en-US" sz="1200" dirty="0"/>
          </a:p>
        </p:txBody>
      </p:sp>
      <p:sp>
        <p:nvSpPr>
          <p:cNvPr id="9" name="正方形/長方形 8">
            <a:extLst>
              <a:ext uri="{FF2B5EF4-FFF2-40B4-BE49-F238E27FC236}">
                <a16:creationId xmlns:a16="http://schemas.microsoft.com/office/drawing/2014/main" id="{51999300-CF5D-1CE4-36CB-446A5CDA6E49}"/>
              </a:ext>
            </a:extLst>
          </p:cNvPr>
          <p:cNvSpPr/>
          <p:nvPr/>
        </p:nvSpPr>
        <p:spPr>
          <a:xfrm>
            <a:off x="8011886" y="2357763"/>
            <a:ext cx="3962400" cy="340976"/>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solidFill>
              </a:rPr>
              <a:t>【</a:t>
            </a:r>
            <a:r>
              <a:rPr kumimoji="1" lang="ja-JP" altLang="en-US" sz="1100" dirty="0">
                <a:solidFill>
                  <a:schemeClr val="tx1"/>
                </a:solidFill>
              </a:rPr>
              <a:t>嵯峨野線</a:t>
            </a:r>
            <a:r>
              <a:rPr kumimoji="1" lang="en-US" altLang="ja-JP" sz="1100" dirty="0">
                <a:solidFill>
                  <a:schemeClr val="tx1"/>
                </a:solidFill>
              </a:rPr>
              <a:t>】</a:t>
            </a:r>
            <a:r>
              <a:rPr kumimoji="1" lang="ja-JP" altLang="en-US" sz="1100" dirty="0">
                <a:solidFill>
                  <a:schemeClr val="tx1"/>
                </a:solidFill>
              </a:rPr>
              <a:t>人と接触による振替輸送開始</a:t>
            </a:r>
          </a:p>
        </p:txBody>
      </p:sp>
      <p:sp>
        <p:nvSpPr>
          <p:cNvPr id="11" name="正方形/長方形 10">
            <a:extLst>
              <a:ext uri="{FF2B5EF4-FFF2-40B4-BE49-F238E27FC236}">
                <a16:creationId xmlns:a16="http://schemas.microsoft.com/office/drawing/2014/main" id="{C4419C7A-CB10-3D6A-9513-24EBBD48C8B3}"/>
              </a:ext>
            </a:extLst>
          </p:cNvPr>
          <p:cNvSpPr/>
          <p:nvPr/>
        </p:nvSpPr>
        <p:spPr>
          <a:xfrm>
            <a:off x="8011886" y="2676164"/>
            <a:ext cx="3962400" cy="107723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t>９時４８分頃、嵯峨野線：太秦駅～嵯峨嵐山駅間で列車が人と接触したため、京都駅～園部駅間で運転を見合わせています。 このため、１０時０５分より振替輸送を開始します。 運転再開は１１時００分頃となる見込みです。</a:t>
            </a:r>
            <a:endParaRPr kumimoji="1" lang="ja-JP" altLang="en-US" sz="1200" dirty="0"/>
          </a:p>
        </p:txBody>
      </p:sp>
      <p:sp>
        <p:nvSpPr>
          <p:cNvPr id="12" name="正方形/長方形 11">
            <a:extLst>
              <a:ext uri="{FF2B5EF4-FFF2-40B4-BE49-F238E27FC236}">
                <a16:creationId xmlns:a16="http://schemas.microsoft.com/office/drawing/2014/main" id="{47B23394-78B0-E3AE-BBC1-93DACA4DC3ED}"/>
              </a:ext>
            </a:extLst>
          </p:cNvPr>
          <p:cNvSpPr/>
          <p:nvPr/>
        </p:nvSpPr>
        <p:spPr>
          <a:xfrm>
            <a:off x="8011886" y="3901307"/>
            <a:ext cx="3962400" cy="340976"/>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dirty="0"/>
              <a:t>【</a:t>
            </a:r>
            <a:r>
              <a:rPr lang="ja-JP" altLang="en-US" sz="1200" dirty="0"/>
              <a:t>湖西線</a:t>
            </a:r>
            <a:r>
              <a:rPr lang="en-US" altLang="ja-JP" sz="1200" dirty="0"/>
              <a:t>】</a:t>
            </a:r>
            <a:r>
              <a:rPr lang="ja-JP" altLang="en-US" sz="1200" dirty="0"/>
              <a:t>強風による運転見合わせ</a:t>
            </a:r>
          </a:p>
        </p:txBody>
      </p:sp>
      <p:sp>
        <p:nvSpPr>
          <p:cNvPr id="13" name="正方形/長方形 12">
            <a:extLst>
              <a:ext uri="{FF2B5EF4-FFF2-40B4-BE49-F238E27FC236}">
                <a16:creationId xmlns:a16="http://schemas.microsoft.com/office/drawing/2014/main" id="{D7E6589F-D904-AA56-794E-9AD97C549E67}"/>
              </a:ext>
            </a:extLst>
          </p:cNvPr>
          <p:cNvSpPr/>
          <p:nvPr/>
        </p:nvSpPr>
        <p:spPr>
          <a:xfrm>
            <a:off x="8011886" y="4219708"/>
            <a:ext cx="3962400" cy="6222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t>湖西線では強風のため、１０時３７分から、近江今津駅～近江塩津駅間で運転を見合わせています。</a:t>
            </a:r>
            <a:endParaRPr kumimoji="1" lang="ja-JP" altLang="en-US" sz="1200" dirty="0"/>
          </a:p>
        </p:txBody>
      </p:sp>
      <p:sp>
        <p:nvSpPr>
          <p:cNvPr id="14" name="正方形/長方形 13">
            <a:extLst>
              <a:ext uri="{FF2B5EF4-FFF2-40B4-BE49-F238E27FC236}">
                <a16:creationId xmlns:a16="http://schemas.microsoft.com/office/drawing/2014/main" id="{08CFFD94-195E-C238-B7D9-3FE28DA8D707}"/>
              </a:ext>
            </a:extLst>
          </p:cNvPr>
          <p:cNvSpPr/>
          <p:nvPr/>
        </p:nvSpPr>
        <p:spPr>
          <a:xfrm>
            <a:off x="8011886" y="4989879"/>
            <a:ext cx="3962400" cy="340976"/>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bg1"/>
                </a:solidFill>
              </a:rPr>
              <a:t>【JR</a:t>
            </a:r>
            <a:r>
              <a:rPr kumimoji="1" lang="ja-JP" altLang="en-US" sz="1100" dirty="0">
                <a:solidFill>
                  <a:schemeClr val="bg1"/>
                </a:solidFill>
              </a:rPr>
              <a:t>京都線</a:t>
            </a:r>
            <a:r>
              <a:rPr kumimoji="1" lang="en-US" altLang="ja-JP" sz="1100" dirty="0">
                <a:solidFill>
                  <a:schemeClr val="bg1"/>
                </a:solidFill>
              </a:rPr>
              <a:t>】</a:t>
            </a:r>
            <a:r>
              <a:rPr kumimoji="1" lang="ja-JP" altLang="en-US" sz="1100" dirty="0">
                <a:solidFill>
                  <a:schemeClr val="bg1"/>
                </a:solidFill>
              </a:rPr>
              <a:t>車両・線路確認による列車の遅れ</a:t>
            </a:r>
          </a:p>
        </p:txBody>
      </p:sp>
      <p:sp>
        <p:nvSpPr>
          <p:cNvPr id="15" name="正方形/長方形 14">
            <a:extLst>
              <a:ext uri="{FF2B5EF4-FFF2-40B4-BE49-F238E27FC236}">
                <a16:creationId xmlns:a16="http://schemas.microsoft.com/office/drawing/2014/main" id="{E03C1131-D454-3A2F-5C9E-75AB92912927}"/>
              </a:ext>
            </a:extLst>
          </p:cNvPr>
          <p:cNvSpPr/>
          <p:nvPr/>
        </p:nvSpPr>
        <p:spPr>
          <a:xfrm>
            <a:off x="8011886" y="5308280"/>
            <a:ext cx="3962400" cy="56565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t>ＪＲ京都線で車両と線路の確認をしたため、ＪＲ神戸線の列車に遅れや運転取り止めがでています。</a:t>
            </a:r>
          </a:p>
        </p:txBody>
      </p:sp>
      <p:sp>
        <p:nvSpPr>
          <p:cNvPr id="17" name="テキスト ボックス 16">
            <a:extLst>
              <a:ext uri="{FF2B5EF4-FFF2-40B4-BE49-F238E27FC236}">
                <a16:creationId xmlns:a16="http://schemas.microsoft.com/office/drawing/2014/main" id="{BF7845FC-21E6-73E2-26AD-078BC0A5299E}"/>
              </a:ext>
            </a:extLst>
          </p:cNvPr>
          <p:cNvSpPr txBox="1"/>
          <p:nvPr/>
        </p:nvSpPr>
        <p:spPr>
          <a:xfrm>
            <a:off x="11766537" y="6490092"/>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spTree>
    <p:extLst>
      <p:ext uri="{BB962C8B-B14F-4D97-AF65-F5344CB8AC3E}">
        <p14:creationId xmlns:p14="http://schemas.microsoft.com/office/powerpoint/2010/main" val="2170173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23DF4-B5F7-5D0B-F394-D52C29DDD32D}"/>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4F7C6ED8-A45F-BEEB-ACBC-73C6354EC52C}"/>
              </a:ext>
            </a:extLst>
          </p:cNvPr>
          <p:cNvPicPr>
            <a:picLocks noChangeAspect="1"/>
          </p:cNvPicPr>
          <p:nvPr/>
        </p:nvPicPr>
        <p:blipFill>
          <a:blip r:embed="rId2"/>
          <a:stretch>
            <a:fillRect/>
          </a:stretch>
        </p:blipFill>
        <p:spPr>
          <a:xfrm>
            <a:off x="8238" y="0"/>
            <a:ext cx="12192000" cy="6858000"/>
          </a:xfrm>
          <a:prstGeom prst="rect">
            <a:avLst/>
          </a:prstGeom>
        </p:spPr>
      </p:pic>
      <p:sp>
        <p:nvSpPr>
          <p:cNvPr id="6" name="テキスト ボックス 5">
            <a:extLst>
              <a:ext uri="{FF2B5EF4-FFF2-40B4-BE49-F238E27FC236}">
                <a16:creationId xmlns:a16="http://schemas.microsoft.com/office/drawing/2014/main" id="{C17B9375-A33E-768F-5313-7E89BEDFBEC7}"/>
              </a:ext>
            </a:extLst>
          </p:cNvPr>
          <p:cNvSpPr txBox="1"/>
          <p:nvPr/>
        </p:nvSpPr>
        <p:spPr>
          <a:xfrm>
            <a:off x="7485531" y="528918"/>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sp>
        <p:nvSpPr>
          <p:cNvPr id="2" name="テキスト ボックス 1">
            <a:extLst>
              <a:ext uri="{FF2B5EF4-FFF2-40B4-BE49-F238E27FC236}">
                <a16:creationId xmlns:a16="http://schemas.microsoft.com/office/drawing/2014/main" id="{BB5C2FAC-2EE5-D01B-FCE4-B0FF618E1A76}"/>
              </a:ext>
            </a:extLst>
          </p:cNvPr>
          <p:cNvSpPr txBox="1"/>
          <p:nvPr/>
        </p:nvSpPr>
        <p:spPr>
          <a:xfrm>
            <a:off x="7901029" y="85394"/>
            <a:ext cx="2053767" cy="338554"/>
          </a:xfrm>
          <a:prstGeom prst="rect">
            <a:avLst/>
          </a:prstGeom>
          <a:noFill/>
        </p:spPr>
        <p:txBody>
          <a:bodyPr wrap="none" rtlCol="0">
            <a:spAutoFit/>
          </a:bodyPr>
          <a:lstStyle/>
          <a:p>
            <a:r>
              <a:rPr kumimoji="1" lang="en-US" altLang="ja-JP" sz="1600" dirty="0"/>
              <a:t>2026</a:t>
            </a:r>
            <a:r>
              <a:rPr kumimoji="1" lang="ja-JP" altLang="en-US" sz="1600" dirty="0"/>
              <a:t>年</a:t>
            </a:r>
            <a:r>
              <a:rPr kumimoji="1" lang="en-US" altLang="ja-JP" sz="1600" dirty="0"/>
              <a:t>04</a:t>
            </a:r>
            <a:r>
              <a:rPr kumimoji="1" lang="ja-JP" altLang="en-US" sz="1600" dirty="0"/>
              <a:t>月</a:t>
            </a:r>
            <a:r>
              <a:rPr kumimoji="1" lang="en-US" altLang="ja-JP" sz="1600" dirty="0"/>
              <a:t>03</a:t>
            </a:r>
            <a:r>
              <a:rPr kumimoji="1" lang="ja-JP" altLang="en-US" sz="1600" dirty="0"/>
              <a:t>日</a:t>
            </a:r>
            <a:r>
              <a:rPr kumimoji="1" lang="en-US" altLang="ja-JP" sz="1600" dirty="0"/>
              <a:t>(</a:t>
            </a:r>
            <a:r>
              <a:rPr kumimoji="1" lang="ja-JP" altLang="en-US" sz="1600" dirty="0"/>
              <a:t>金</a:t>
            </a:r>
            <a:r>
              <a:rPr kumimoji="1" lang="en-US" altLang="ja-JP" sz="1600" dirty="0"/>
              <a:t>)</a:t>
            </a:r>
            <a:endParaRPr kumimoji="1" lang="ja-JP" altLang="en-US" sz="1600" dirty="0"/>
          </a:p>
        </p:txBody>
      </p:sp>
      <p:sp>
        <p:nvSpPr>
          <p:cNvPr id="7" name="テキスト ボックス 6">
            <a:extLst>
              <a:ext uri="{FF2B5EF4-FFF2-40B4-BE49-F238E27FC236}">
                <a16:creationId xmlns:a16="http://schemas.microsoft.com/office/drawing/2014/main" id="{8A1BE102-C3C2-6E3D-940C-7D0B4BAD3077}"/>
              </a:ext>
            </a:extLst>
          </p:cNvPr>
          <p:cNvSpPr txBox="1"/>
          <p:nvPr/>
        </p:nvSpPr>
        <p:spPr>
          <a:xfrm>
            <a:off x="11486135" y="85394"/>
            <a:ext cx="697627" cy="338554"/>
          </a:xfrm>
          <a:prstGeom prst="rect">
            <a:avLst/>
          </a:prstGeom>
          <a:noFill/>
        </p:spPr>
        <p:txBody>
          <a:bodyPr wrap="none" rtlCol="0">
            <a:spAutoFit/>
          </a:bodyPr>
          <a:lstStyle/>
          <a:p>
            <a:r>
              <a:rPr kumimoji="1" lang="en-US" altLang="ja-JP" sz="1600" dirty="0"/>
              <a:t>12:58</a:t>
            </a:r>
            <a:endParaRPr kumimoji="1" lang="ja-JP" altLang="en-US" sz="1600" dirty="0"/>
          </a:p>
        </p:txBody>
      </p:sp>
      <p:sp>
        <p:nvSpPr>
          <p:cNvPr id="8" name="正方形/長方形 7">
            <a:extLst>
              <a:ext uri="{FF2B5EF4-FFF2-40B4-BE49-F238E27FC236}">
                <a16:creationId xmlns:a16="http://schemas.microsoft.com/office/drawing/2014/main" id="{D4AB5300-D6ED-7426-584B-9632646CB077}"/>
              </a:ext>
            </a:extLst>
          </p:cNvPr>
          <p:cNvSpPr/>
          <p:nvPr/>
        </p:nvSpPr>
        <p:spPr>
          <a:xfrm>
            <a:off x="8429897" y="2142309"/>
            <a:ext cx="3405052" cy="26996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7EF9B611-D201-9EE1-E6CE-5CB141FAAF6B}"/>
              </a:ext>
            </a:extLst>
          </p:cNvPr>
          <p:cNvSpPr/>
          <p:nvPr/>
        </p:nvSpPr>
        <p:spPr>
          <a:xfrm>
            <a:off x="7901029" y="519129"/>
            <a:ext cx="4290971" cy="286788"/>
          </a:xfrm>
          <a:prstGeom prst="rect">
            <a:avLst/>
          </a:prstGeom>
          <a:solidFill>
            <a:srgbClr val="1111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列車運行情報（</a:t>
            </a:r>
            <a:r>
              <a:rPr kumimoji="1" lang="en-US" altLang="ja-JP" sz="1200" dirty="0"/>
              <a:t>JR</a:t>
            </a:r>
            <a:r>
              <a:rPr kumimoji="1" lang="ja-JP" altLang="en-US" sz="1200" dirty="0"/>
              <a:t>西日本 京阪神エリア）</a:t>
            </a:r>
          </a:p>
        </p:txBody>
      </p:sp>
      <p:sp>
        <p:nvSpPr>
          <p:cNvPr id="3" name="正方形/長方形 2">
            <a:extLst>
              <a:ext uri="{FF2B5EF4-FFF2-40B4-BE49-F238E27FC236}">
                <a16:creationId xmlns:a16="http://schemas.microsoft.com/office/drawing/2014/main" id="{6EE8FDFB-5A40-BD63-C86E-73F5EB06BCA6}"/>
              </a:ext>
            </a:extLst>
          </p:cNvPr>
          <p:cNvSpPr/>
          <p:nvPr/>
        </p:nvSpPr>
        <p:spPr>
          <a:xfrm>
            <a:off x="8011886" y="984069"/>
            <a:ext cx="3962400" cy="340976"/>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bg1"/>
                </a:solidFill>
              </a:rPr>
              <a:t>【</a:t>
            </a:r>
            <a:r>
              <a:rPr kumimoji="1" lang="ja-JP" altLang="en-US" sz="1100" dirty="0">
                <a:solidFill>
                  <a:schemeClr val="bg1"/>
                </a:solidFill>
              </a:rPr>
              <a:t>ＪＲ宝塚線</a:t>
            </a:r>
            <a:r>
              <a:rPr kumimoji="1" lang="en-US" altLang="ja-JP" sz="1100" dirty="0">
                <a:solidFill>
                  <a:schemeClr val="bg1"/>
                </a:solidFill>
              </a:rPr>
              <a:t>】</a:t>
            </a:r>
            <a:r>
              <a:rPr kumimoji="1" lang="ja-JP" altLang="en-US" sz="1100" dirty="0">
                <a:solidFill>
                  <a:schemeClr val="bg1"/>
                </a:solidFill>
              </a:rPr>
              <a:t>お客様と接触による列車の遅れ</a:t>
            </a:r>
          </a:p>
        </p:txBody>
      </p:sp>
      <p:sp>
        <p:nvSpPr>
          <p:cNvPr id="4" name="正方形/長方形 3">
            <a:extLst>
              <a:ext uri="{FF2B5EF4-FFF2-40B4-BE49-F238E27FC236}">
                <a16:creationId xmlns:a16="http://schemas.microsoft.com/office/drawing/2014/main" id="{71648B00-65CF-CA09-F92F-A348B6156F24}"/>
              </a:ext>
            </a:extLst>
          </p:cNvPr>
          <p:cNvSpPr/>
          <p:nvPr/>
        </p:nvSpPr>
        <p:spPr>
          <a:xfrm>
            <a:off x="8011886" y="1302470"/>
            <a:ext cx="3962400" cy="90950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t>ＪＲ宝塚線：生瀬駅で列車がお客様と接触したため、ＪＲ宝塚線の列車に遅れがでています。</a:t>
            </a:r>
          </a:p>
        </p:txBody>
      </p:sp>
      <p:sp>
        <p:nvSpPr>
          <p:cNvPr id="17" name="テキスト ボックス 16">
            <a:extLst>
              <a:ext uri="{FF2B5EF4-FFF2-40B4-BE49-F238E27FC236}">
                <a16:creationId xmlns:a16="http://schemas.microsoft.com/office/drawing/2014/main" id="{FAE552F0-08E8-F905-207E-77DA3C000CF8}"/>
              </a:ext>
            </a:extLst>
          </p:cNvPr>
          <p:cNvSpPr txBox="1"/>
          <p:nvPr/>
        </p:nvSpPr>
        <p:spPr>
          <a:xfrm>
            <a:off x="11766537" y="6490092"/>
            <a:ext cx="415498" cy="276999"/>
          </a:xfrm>
          <a:prstGeom prst="rect">
            <a:avLst/>
          </a:prstGeom>
          <a:noFill/>
        </p:spPr>
        <p:txBody>
          <a:bodyPr wrap="none" rtlCol="0">
            <a:spAutoFit/>
          </a:bodyPr>
          <a:lstStyle/>
          <a:p>
            <a:r>
              <a:rPr kumimoji="1" lang="en-US" altLang="ja-JP" sz="1200" dirty="0"/>
              <a:t>2/2</a:t>
            </a:r>
            <a:endParaRPr kumimoji="1" lang="ja-JP" altLang="en-US" sz="1200" dirty="0"/>
          </a:p>
        </p:txBody>
      </p:sp>
    </p:spTree>
    <p:extLst>
      <p:ext uri="{BB962C8B-B14F-4D97-AF65-F5344CB8AC3E}">
        <p14:creationId xmlns:p14="http://schemas.microsoft.com/office/powerpoint/2010/main" val="2011949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7BB90-1C16-9D4D-2A0A-57AF30336FF5}"/>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3EDA75B9-2D89-DE33-E1A4-920513CD9079}"/>
              </a:ext>
            </a:extLst>
          </p:cNvPr>
          <p:cNvPicPr>
            <a:picLocks noChangeAspect="1"/>
          </p:cNvPicPr>
          <p:nvPr/>
        </p:nvPicPr>
        <p:blipFill>
          <a:blip r:embed="rId2"/>
          <a:stretch>
            <a:fillRect/>
          </a:stretch>
        </p:blipFill>
        <p:spPr>
          <a:xfrm>
            <a:off x="8238" y="0"/>
            <a:ext cx="12192000" cy="6858000"/>
          </a:xfrm>
          <a:prstGeom prst="rect">
            <a:avLst/>
          </a:prstGeom>
        </p:spPr>
      </p:pic>
      <p:sp>
        <p:nvSpPr>
          <p:cNvPr id="6" name="テキスト ボックス 5">
            <a:extLst>
              <a:ext uri="{FF2B5EF4-FFF2-40B4-BE49-F238E27FC236}">
                <a16:creationId xmlns:a16="http://schemas.microsoft.com/office/drawing/2014/main" id="{560F178C-A302-B084-59C8-62612D5D9559}"/>
              </a:ext>
            </a:extLst>
          </p:cNvPr>
          <p:cNvSpPr txBox="1"/>
          <p:nvPr/>
        </p:nvSpPr>
        <p:spPr>
          <a:xfrm>
            <a:off x="7485531" y="528918"/>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sp>
        <p:nvSpPr>
          <p:cNvPr id="2" name="テキスト ボックス 1">
            <a:extLst>
              <a:ext uri="{FF2B5EF4-FFF2-40B4-BE49-F238E27FC236}">
                <a16:creationId xmlns:a16="http://schemas.microsoft.com/office/drawing/2014/main" id="{43E17C89-8478-E57E-32CF-955E1B54EC24}"/>
              </a:ext>
            </a:extLst>
          </p:cNvPr>
          <p:cNvSpPr txBox="1"/>
          <p:nvPr/>
        </p:nvSpPr>
        <p:spPr>
          <a:xfrm>
            <a:off x="7901029" y="85394"/>
            <a:ext cx="2053767" cy="338554"/>
          </a:xfrm>
          <a:prstGeom prst="rect">
            <a:avLst/>
          </a:prstGeom>
          <a:noFill/>
        </p:spPr>
        <p:txBody>
          <a:bodyPr wrap="none" rtlCol="0">
            <a:spAutoFit/>
          </a:bodyPr>
          <a:lstStyle/>
          <a:p>
            <a:r>
              <a:rPr kumimoji="1" lang="en-US" altLang="ja-JP" sz="1600" dirty="0"/>
              <a:t>2026</a:t>
            </a:r>
            <a:r>
              <a:rPr kumimoji="1" lang="ja-JP" altLang="en-US" sz="1600" dirty="0"/>
              <a:t>年</a:t>
            </a:r>
            <a:r>
              <a:rPr kumimoji="1" lang="en-US" altLang="ja-JP" sz="1600" dirty="0"/>
              <a:t>04</a:t>
            </a:r>
            <a:r>
              <a:rPr kumimoji="1" lang="ja-JP" altLang="en-US" sz="1600" dirty="0"/>
              <a:t>月</a:t>
            </a:r>
            <a:r>
              <a:rPr kumimoji="1" lang="en-US" altLang="ja-JP" sz="1600" dirty="0"/>
              <a:t>03</a:t>
            </a:r>
            <a:r>
              <a:rPr kumimoji="1" lang="ja-JP" altLang="en-US" sz="1600" dirty="0"/>
              <a:t>日</a:t>
            </a:r>
            <a:r>
              <a:rPr kumimoji="1" lang="en-US" altLang="ja-JP" sz="1600" dirty="0"/>
              <a:t>(</a:t>
            </a:r>
            <a:r>
              <a:rPr kumimoji="1" lang="ja-JP" altLang="en-US" sz="1600" dirty="0"/>
              <a:t>金</a:t>
            </a:r>
            <a:r>
              <a:rPr kumimoji="1" lang="en-US" altLang="ja-JP" sz="1600" dirty="0"/>
              <a:t>)</a:t>
            </a:r>
            <a:endParaRPr kumimoji="1" lang="ja-JP" altLang="en-US" sz="1600" dirty="0"/>
          </a:p>
        </p:txBody>
      </p:sp>
      <p:sp>
        <p:nvSpPr>
          <p:cNvPr id="7" name="テキスト ボックス 6">
            <a:extLst>
              <a:ext uri="{FF2B5EF4-FFF2-40B4-BE49-F238E27FC236}">
                <a16:creationId xmlns:a16="http://schemas.microsoft.com/office/drawing/2014/main" id="{C4E19022-3CD0-54E1-8CE5-1A4CCD389CA5}"/>
              </a:ext>
            </a:extLst>
          </p:cNvPr>
          <p:cNvSpPr txBox="1"/>
          <p:nvPr/>
        </p:nvSpPr>
        <p:spPr>
          <a:xfrm>
            <a:off x="11486135" y="85394"/>
            <a:ext cx="697627" cy="338554"/>
          </a:xfrm>
          <a:prstGeom prst="rect">
            <a:avLst/>
          </a:prstGeom>
          <a:noFill/>
        </p:spPr>
        <p:txBody>
          <a:bodyPr wrap="none" rtlCol="0">
            <a:spAutoFit/>
          </a:bodyPr>
          <a:lstStyle/>
          <a:p>
            <a:r>
              <a:rPr kumimoji="1" lang="en-US" altLang="ja-JP" sz="1600" dirty="0"/>
              <a:t>12:58</a:t>
            </a:r>
            <a:endParaRPr kumimoji="1" lang="ja-JP" altLang="en-US" sz="1600" dirty="0"/>
          </a:p>
        </p:txBody>
      </p:sp>
      <p:sp>
        <p:nvSpPr>
          <p:cNvPr id="8" name="正方形/長方形 7">
            <a:extLst>
              <a:ext uri="{FF2B5EF4-FFF2-40B4-BE49-F238E27FC236}">
                <a16:creationId xmlns:a16="http://schemas.microsoft.com/office/drawing/2014/main" id="{D75B4FEE-4E3C-5C00-B91F-3B25E24778ED}"/>
              </a:ext>
            </a:extLst>
          </p:cNvPr>
          <p:cNvSpPr/>
          <p:nvPr/>
        </p:nvSpPr>
        <p:spPr>
          <a:xfrm>
            <a:off x="8429897" y="2142309"/>
            <a:ext cx="3405052" cy="26996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8A8E43D2-A6E8-7D2A-67C5-F22E3EB7B926}"/>
              </a:ext>
            </a:extLst>
          </p:cNvPr>
          <p:cNvSpPr/>
          <p:nvPr/>
        </p:nvSpPr>
        <p:spPr>
          <a:xfrm>
            <a:off x="7901029" y="519129"/>
            <a:ext cx="4290971" cy="286788"/>
          </a:xfrm>
          <a:prstGeom prst="rect">
            <a:avLst/>
          </a:prstGeom>
          <a:solidFill>
            <a:srgbClr val="1111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列車運行情報（</a:t>
            </a:r>
            <a:r>
              <a:rPr kumimoji="1" lang="en-US" altLang="ja-JP" sz="1200" dirty="0"/>
              <a:t>Osaka Metro</a:t>
            </a:r>
            <a:r>
              <a:rPr kumimoji="1" lang="ja-JP" altLang="en-US" sz="1200" dirty="0"/>
              <a:t>）</a:t>
            </a:r>
          </a:p>
        </p:txBody>
      </p:sp>
      <p:sp>
        <p:nvSpPr>
          <p:cNvPr id="3" name="正方形/長方形 2">
            <a:extLst>
              <a:ext uri="{FF2B5EF4-FFF2-40B4-BE49-F238E27FC236}">
                <a16:creationId xmlns:a16="http://schemas.microsoft.com/office/drawing/2014/main" id="{16B43808-5828-2D24-0722-A5E876342D84}"/>
              </a:ext>
            </a:extLst>
          </p:cNvPr>
          <p:cNvSpPr/>
          <p:nvPr/>
        </p:nvSpPr>
        <p:spPr>
          <a:xfrm>
            <a:off x="8011886" y="984069"/>
            <a:ext cx="3962400" cy="340976"/>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bg1"/>
                </a:solidFill>
              </a:rPr>
              <a:t>【</a:t>
            </a:r>
            <a:r>
              <a:rPr kumimoji="1" lang="ja-JP" altLang="en-US" sz="1100" dirty="0">
                <a:solidFill>
                  <a:schemeClr val="bg1"/>
                </a:solidFill>
              </a:rPr>
              <a:t>御堂筋線</a:t>
            </a:r>
            <a:r>
              <a:rPr kumimoji="1" lang="en-US" altLang="ja-JP" sz="1100" dirty="0">
                <a:solidFill>
                  <a:schemeClr val="bg1"/>
                </a:solidFill>
              </a:rPr>
              <a:t>】</a:t>
            </a:r>
            <a:r>
              <a:rPr kumimoji="1" lang="ja-JP" altLang="en-US" sz="1100" dirty="0">
                <a:solidFill>
                  <a:schemeClr val="bg1"/>
                </a:solidFill>
              </a:rPr>
              <a:t>ダイヤ乱れ</a:t>
            </a:r>
          </a:p>
        </p:txBody>
      </p:sp>
      <p:sp>
        <p:nvSpPr>
          <p:cNvPr id="4" name="正方形/長方形 3">
            <a:extLst>
              <a:ext uri="{FF2B5EF4-FFF2-40B4-BE49-F238E27FC236}">
                <a16:creationId xmlns:a16="http://schemas.microsoft.com/office/drawing/2014/main" id="{B18802A2-E13A-8478-91F2-856EA3228E41}"/>
              </a:ext>
            </a:extLst>
          </p:cNvPr>
          <p:cNvSpPr/>
          <p:nvPr/>
        </p:nvSpPr>
        <p:spPr>
          <a:xfrm>
            <a:off x="8011886" y="1302470"/>
            <a:ext cx="3962400" cy="73533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t>お客さまにお知らせいたします。御堂筋線東三国駅でのお客さま救護のため、御堂筋線のダイヤが乱れています。</a:t>
            </a:r>
            <a:endParaRPr kumimoji="1" lang="ja-JP" altLang="en-US" sz="1200" dirty="0"/>
          </a:p>
        </p:txBody>
      </p:sp>
      <p:sp>
        <p:nvSpPr>
          <p:cNvPr id="9" name="正方形/長方形 8">
            <a:extLst>
              <a:ext uri="{FF2B5EF4-FFF2-40B4-BE49-F238E27FC236}">
                <a16:creationId xmlns:a16="http://schemas.microsoft.com/office/drawing/2014/main" id="{90EDB5F6-76D0-929B-F668-EE2BED31BFF0}"/>
              </a:ext>
            </a:extLst>
          </p:cNvPr>
          <p:cNvSpPr/>
          <p:nvPr/>
        </p:nvSpPr>
        <p:spPr>
          <a:xfrm>
            <a:off x="8011886" y="2255599"/>
            <a:ext cx="3962400" cy="340976"/>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solidFill>
              </a:rPr>
              <a:t>【</a:t>
            </a:r>
            <a:r>
              <a:rPr kumimoji="1" lang="ja-JP" altLang="en-US" sz="1100" dirty="0">
                <a:solidFill>
                  <a:schemeClr val="tx1"/>
                </a:solidFill>
              </a:rPr>
              <a:t>堺筋線</a:t>
            </a:r>
            <a:r>
              <a:rPr kumimoji="1" lang="en-US" altLang="ja-JP" sz="1100" dirty="0">
                <a:solidFill>
                  <a:schemeClr val="tx1"/>
                </a:solidFill>
              </a:rPr>
              <a:t>】</a:t>
            </a:r>
            <a:r>
              <a:rPr kumimoji="1" lang="ja-JP" altLang="en-US" sz="1100" dirty="0">
                <a:solidFill>
                  <a:schemeClr val="tx1"/>
                </a:solidFill>
              </a:rPr>
              <a:t>運転見合わせ</a:t>
            </a:r>
          </a:p>
        </p:txBody>
      </p:sp>
      <p:sp>
        <p:nvSpPr>
          <p:cNvPr id="11" name="正方形/長方形 10">
            <a:extLst>
              <a:ext uri="{FF2B5EF4-FFF2-40B4-BE49-F238E27FC236}">
                <a16:creationId xmlns:a16="http://schemas.microsoft.com/office/drawing/2014/main" id="{962A40AA-4B23-0763-9801-3E1BB9D432CE}"/>
              </a:ext>
            </a:extLst>
          </p:cNvPr>
          <p:cNvSpPr/>
          <p:nvPr/>
        </p:nvSpPr>
        <p:spPr>
          <a:xfrm>
            <a:off x="8011886" y="2574000"/>
            <a:ext cx="3962400" cy="9204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t>お客さまにお知らせいたします。ただ今、阪急京都線水無瀬駅～上牧駅での人身事故のため、堺筋線天神橋筋六丁目駅～天下茶屋駅の電車の運転を停止しています。</a:t>
            </a:r>
          </a:p>
        </p:txBody>
      </p:sp>
    </p:spTree>
    <p:extLst>
      <p:ext uri="{BB962C8B-B14F-4D97-AF65-F5344CB8AC3E}">
        <p14:creationId xmlns:p14="http://schemas.microsoft.com/office/powerpoint/2010/main" val="2354388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3D05F-CB31-2876-19A2-3590E2799675}"/>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B9F42AD3-B18C-AA07-2271-44B4A68A12E6}"/>
              </a:ext>
            </a:extLst>
          </p:cNvPr>
          <p:cNvPicPr>
            <a:picLocks noChangeAspect="1"/>
          </p:cNvPicPr>
          <p:nvPr/>
        </p:nvPicPr>
        <p:blipFill>
          <a:blip r:embed="rId2"/>
          <a:stretch>
            <a:fillRect/>
          </a:stretch>
        </p:blipFill>
        <p:spPr>
          <a:xfrm>
            <a:off x="8238" y="0"/>
            <a:ext cx="12192000" cy="6858000"/>
          </a:xfrm>
          <a:prstGeom prst="rect">
            <a:avLst/>
          </a:prstGeom>
        </p:spPr>
      </p:pic>
      <p:sp>
        <p:nvSpPr>
          <p:cNvPr id="6" name="テキスト ボックス 5">
            <a:extLst>
              <a:ext uri="{FF2B5EF4-FFF2-40B4-BE49-F238E27FC236}">
                <a16:creationId xmlns:a16="http://schemas.microsoft.com/office/drawing/2014/main" id="{D10FFB78-DA04-94C6-5DB9-85E7CB7C8DAB}"/>
              </a:ext>
            </a:extLst>
          </p:cNvPr>
          <p:cNvSpPr txBox="1"/>
          <p:nvPr/>
        </p:nvSpPr>
        <p:spPr>
          <a:xfrm>
            <a:off x="7485531" y="528918"/>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sp>
        <p:nvSpPr>
          <p:cNvPr id="2" name="テキスト ボックス 1">
            <a:extLst>
              <a:ext uri="{FF2B5EF4-FFF2-40B4-BE49-F238E27FC236}">
                <a16:creationId xmlns:a16="http://schemas.microsoft.com/office/drawing/2014/main" id="{C558F908-1ED6-94E2-B9CA-AE6F84A44BEB}"/>
              </a:ext>
            </a:extLst>
          </p:cNvPr>
          <p:cNvSpPr txBox="1"/>
          <p:nvPr/>
        </p:nvSpPr>
        <p:spPr>
          <a:xfrm>
            <a:off x="7901029" y="85394"/>
            <a:ext cx="2053767" cy="338554"/>
          </a:xfrm>
          <a:prstGeom prst="rect">
            <a:avLst/>
          </a:prstGeom>
          <a:noFill/>
        </p:spPr>
        <p:txBody>
          <a:bodyPr wrap="none" rtlCol="0">
            <a:spAutoFit/>
          </a:bodyPr>
          <a:lstStyle/>
          <a:p>
            <a:r>
              <a:rPr kumimoji="1" lang="en-US" altLang="ja-JP" sz="1600" dirty="0"/>
              <a:t>2026</a:t>
            </a:r>
            <a:r>
              <a:rPr kumimoji="1" lang="ja-JP" altLang="en-US" sz="1600" dirty="0"/>
              <a:t>年</a:t>
            </a:r>
            <a:r>
              <a:rPr kumimoji="1" lang="en-US" altLang="ja-JP" sz="1600" dirty="0"/>
              <a:t>04</a:t>
            </a:r>
            <a:r>
              <a:rPr kumimoji="1" lang="ja-JP" altLang="en-US" sz="1600" dirty="0"/>
              <a:t>月</a:t>
            </a:r>
            <a:r>
              <a:rPr kumimoji="1" lang="en-US" altLang="ja-JP" sz="1600" dirty="0"/>
              <a:t>03</a:t>
            </a:r>
            <a:r>
              <a:rPr kumimoji="1" lang="ja-JP" altLang="en-US" sz="1600" dirty="0"/>
              <a:t>日</a:t>
            </a:r>
            <a:r>
              <a:rPr kumimoji="1" lang="en-US" altLang="ja-JP" sz="1600" dirty="0"/>
              <a:t>(</a:t>
            </a:r>
            <a:r>
              <a:rPr kumimoji="1" lang="ja-JP" altLang="en-US" sz="1600" dirty="0"/>
              <a:t>金</a:t>
            </a:r>
            <a:r>
              <a:rPr kumimoji="1" lang="en-US" altLang="ja-JP" sz="1600" dirty="0"/>
              <a:t>)</a:t>
            </a:r>
            <a:endParaRPr kumimoji="1" lang="ja-JP" altLang="en-US" sz="1600" dirty="0"/>
          </a:p>
        </p:txBody>
      </p:sp>
      <p:sp>
        <p:nvSpPr>
          <p:cNvPr id="7" name="テキスト ボックス 6">
            <a:extLst>
              <a:ext uri="{FF2B5EF4-FFF2-40B4-BE49-F238E27FC236}">
                <a16:creationId xmlns:a16="http://schemas.microsoft.com/office/drawing/2014/main" id="{77348B57-2080-CCEC-95DE-C3513E1CD7EB}"/>
              </a:ext>
            </a:extLst>
          </p:cNvPr>
          <p:cNvSpPr txBox="1"/>
          <p:nvPr/>
        </p:nvSpPr>
        <p:spPr>
          <a:xfrm>
            <a:off x="11486135" y="85394"/>
            <a:ext cx="697627" cy="338554"/>
          </a:xfrm>
          <a:prstGeom prst="rect">
            <a:avLst/>
          </a:prstGeom>
          <a:noFill/>
        </p:spPr>
        <p:txBody>
          <a:bodyPr wrap="none" rtlCol="0">
            <a:spAutoFit/>
          </a:bodyPr>
          <a:lstStyle/>
          <a:p>
            <a:r>
              <a:rPr kumimoji="1" lang="en-US" altLang="ja-JP" sz="1600" dirty="0"/>
              <a:t>12:58</a:t>
            </a:r>
            <a:endParaRPr kumimoji="1" lang="ja-JP" altLang="en-US" sz="1600" dirty="0"/>
          </a:p>
        </p:txBody>
      </p:sp>
      <p:sp>
        <p:nvSpPr>
          <p:cNvPr id="8" name="正方形/長方形 7">
            <a:extLst>
              <a:ext uri="{FF2B5EF4-FFF2-40B4-BE49-F238E27FC236}">
                <a16:creationId xmlns:a16="http://schemas.microsoft.com/office/drawing/2014/main" id="{AE63A428-BB8D-5F1D-51A6-346BBBE6AEBF}"/>
              </a:ext>
            </a:extLst>
          </p:cNvPr>
          <p:cNvSpPr/>
          <p:nvPr/>
        </p:nvSpPr>
        <p:spPr>
          <a:xfrm>
            <a:off x="8429897" y="2142309"/>
            <a:ext cx="3405052" cy="26996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D43A2A5D-893A-FCC9-C8D1-224062563D71}"/>
              </a:ext>
            </a:extLst>
          </p:cNvPr>
          <p:cNvSpPr/>
          <p:nvPr/>
        </p:nvSpPr>
        <p:spPr>
          <a:xfrm>
            <a:off x="7901029" y="519129"/>
            <a:ext cx="4290971" cy="286788"/>
          </a:xfrm>
          <a:prstGeom prst="rect">
            <a:avLst/>
          </a:prstGeom>
          <a:solidFill>
            <a:srgbClr val="1111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地震情報</a:t>
            </a:r>
          </a:p>
        </p:txBody>
      </p:sp>
      <p:sp>
        <p:nvSpPr>
          <p:cNvPr id="12" name="正方形/長方形 11">
            <a:extLst>
              <a:ext uri="{FF2B5EF4-FFF2-40B4-BE49-F238E27FC236}">
                <a16:creationId xmlns:a16="http://schemas.microsoft.com/office/drawing/2014/main" id="{18867301-5572-1E39-9021-DC52A5B4478D}"/>
              </a:ext>
            </a:extLst>
          </p:cNvPr>
          <p:cNvSpPr/>
          <p:nvPr/>
        </p:nvSpPr>
        <p:spPr>
          <a:xfrm>
            <a:off x="8429897" y="1056288"/>
            <a:ext cx="1242775" cy="1242775"/>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t"/>
          <a:lstStyle/>
          <a:p>
            <a:pPr algn="ctr"/>
            <a:r>
              <a:rPr kumimoji="1" lang="ja-JP" altLang="en-US" sz="1200" dirty="0">
                <a:solidFill>
                  <a:schemeClr val="tx1"/>
                </a:solidFill>
              </a:rPr>
              <a:t>大阪市生野区</a:t>
            </a:r>
            <a:endParaRPr kumimoji="1" lang="en-US" altLang="ja-JP" sz="1200" dirty="0">
              <a:solidFill>
                <a:schemeClr val="tx1"/>
              </a:solidFill>
            </a:endParaRPr>
          </a:p>
          <a:p>
            <a:pPr algn="ctr"/>
            <a:r>
              <a:rPr kumimoji="1" lang="ja-JP" altLang="en-US" sz="1200" dirty="0">
                <a:solidFill>
                  <a:schemeClr val="tx1"/>
                </a:solidFill>
              </a:rPr>
              <a:t>震度</a:t>
            </a:r>
          </a:p>
        </p:txBody>
      </p:sp>
      <p:sp>
        <p:nvSpPr>
          <p:cNvPr id="14" name="正方形/長方形 13">
            <a:extLst>
              <a:ext uri="{FF2B5EF4-FFF2-40B4-BE49-F238E27FC236}">
                <a16:creationId xmlns:a16="http://schemas.microsoft.com/office/drawing/2014/main" id="{19C90901-A585-E24D-C5BA-F4F35E135370}"/>
              </a:ext>
            </a:extLst>
          </p:cNvPr>
          <p:cNvSpPr/>
          <p:nvPr/>
        </p:nvSpPr>
        <p:spPr>
          <a:xfrm>
            <a:off x="10132423" y="1056288"/>
            <a:ext cx="1242775" cy="1242775"/>
          </a:xfrm>
          <a:prstGeom prst="rect">
            <a:avLst/>
          </a:prstGeom>
          <a:solidFill>
            <a:srgbClr val="FF00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t"/>
          <a:lstStyle/>
          <a:p>
            <a:pPr algn="ctr"/>
            <a:r>
              <a:rPr kumimoji="1" lang="ja-JP" altLang="en-US" sz="1200" dirty="0">
                <a:solidFill>
                  <a:schemeClr val="tx1"/>
                </a:solidFill>
              </a:rPr>
              <a:t>最大震度</a:t>
            </a:r>
          </a:p>
        </p:txBody>
      </p:sp>
      <p:sp>
        <p:nvSpPr>
          <p:cNvPr id="16" name="テキスト ボックス 15">
            <a:extLst>
              <a:ext uri="{FF2B5EF4-FFF2-40B4-BE49-F238E27FC236}">
                <a16:creationId xmlns:a16="http://schemas.microsoft.com/office/drawing/2014/main" id="{6FB892AD-FFBE-05A3-8A66-9E1AB2C61661}"/>
              </a:ext>
            </a:extLst>
          </p:cNvPr>
          <p:cNvSpPr txBox="1"/>
          <p:nvPr/>
        </p:nvSpPr>
        <p:spPr>
          <a:xfrm>
            <a:off x="10302405" y="1431037"/>
            <a:ext cx="902811" cy="646331"/>
          </a:xfrm>
          <a:prstGeom prst="rect">
            <a:avLst/>
          </a:prstGeom>
          <a:noFill/>
        </p:spPr>
        <p:txBody>
          <a:bodyPr wrap="none" rtlCol="0">
            <a:spAutoFit/>
          </a:bodyPr>
          <a:lstStyle/>
          <a:p>
            <a:r>
              <a:rPr kumimoji="1" lang="en-US" altLang="ja-JP" sz="3600" dirty="0"/>
              <a:t>5</a:t>
            </a:r>
            <a:r>
              <a:rPr kumimoji="1" lang="ja-JP" altLang="en-US" sz="3600" dirty="0"/>
              <a:t>弱</a:t>
            </a:r>
          </a:p>
        </p:txBody>
      </p:sp>
      <p:sp>
        <p:nvSpPr>
          <p:cNvPr id="17" name="テキスト ボックス 16">
            <a:extLst>
              <a:ext uri="{FF2B5EF4-FFF2-40B4-BE49-F238E27FC236}">
                <a16:creationId xmlns:a16="http://schemas.microsoft.com/office/drawing/2014/main" id="{4D0AF592-02EF-D01D-D676-D1D2DFD0680C}"/>
              </a:ext>
            </a:extLst>
          </p:cNvPr>
          <p:cNvSpPr txBox="1"/>
          <p:nvPr/>
        </p:nvSpPr>
        <p:spPr>
          <a:xfrm>
            <a:off x="8728119" y="1431037"/>
            <a:ext cx="646331" cy="646331"/>
          </a:xfrm>
          <a:prstGeom prst="rect">
            <a:avLst/>
          </a:prstGeom>
          <a:noFill/>
        </p:spPr>
        <p:txBody>
          <a:bodyPr wrap="none" rtlCol="0">
            <a:spAutoFit/>
          </a:bodyPr>
          <a:lstStyle/>
          <a:p>
            <a:r>
              <a:rPr kumimoji="1" lang="ja-JP" altLang="en-US" sz="3600" dirty="0"/>
              <a:t>－</a:t>
            </a:r>
          </a:p>
        </p:txBody>
      </p:sp>
      <p:sp>
        <p:nvSpPr>
          <p:cNvPr id="18" name="テキスト ボックス 17">
            <a:extLst>
              <a:ext uri="{FF2B5EF4-FFF2-40B4-BE49-F238E27FC236}">
                <a16:creationId xmlns:a16="http://schemas.microsoft.com/office/drawing/2014/main" id="{EE7DBA52-D5E5-83B4-02AD-D193B07BA39C}"/>
              </a:ext>
            </a:extLst>
          </p:cNvPr>
          <p:cNvSpPr txBox="1"/>
          <p:nvPr/>
        </p:nvSpPr>
        <p:spPr>
          <a:xfrm>
            <a:off x="8008259" y="2673812"/>
            <a:ext cx="3015569" cy="307777"/>
          </a:xfrm>
          <a:prstGeom prst="rect">
            <a:avLst/>
          </a:prstGeom>
          <a:noFill/>
        </p:spPr>
        <p:txBody>
          <a:bodyPr wrap="none" rtlCol="0">
            <a:spAutoFit/>
          </a:bodyPr>
          <a:lstStyle/>
          <a:p>
            <a:r>
              <a:rPr kumimoji="1" lang="en-US" altLang="ja-JP" sz="1400" dirty="0"/>
              <a:t>1</a:t>
            </a:r>
            <a:r>
              <a:rPr kumimoji="1" lang="ja-JP" altLang="en-US" sz="1400" dirty="0"/>
              <a:t>日</a:t>
            </a:r>
            <a:r>
              <a:rPr kumimoji="1" lang="en-US" altLang="ja-JP" sz="1400" dirty="0"/>
              <a:t>10</a:t>
            </a:r>
            <a:r>
              <a:rPr kumimoji="1" lang="ja-JP" altLang="en-US" sz="1400" dirty="0"/>
              <a:t>時</a:t>
            </a:r>
            <a:r>
              <a:rPr kumimoji="1" lang="en-US" altLang="ja-JP" sz="1400" dirty="0"/>
              <a:t>06</a:t>
            </a:r>
            <a:r>
              <a:rPr kumimoji="1" lang="ja-JP" altLang="en-US" sz="1400" dirty="0"/>
              <a:t>分頃地震がありました。</a:t>
            </a:r>
          </a:p>
        </p:txBody>
      </p:sp>
      <p:sp>
        <p:nvSpPr>
          <p:cNvPr id="19" name="テキスト ボックス 18">
            <a:extLst>
              <a:ext uri="{FF2B5EF4-FFF2-40B4-BE49-F238E27FC236}">
                <a16:creationId xmlns:a16="http://schemas.microsoft.com/office/drawing/2014/main" id="{F929EA23-7BE7-5AFF-56AE-FC292625E322}"/>
              </a:ext>
            </a:extLst>
          </p:cNvPr>
          <p:cNvSpPr txBox="1"/>
          <p:nvPr/>
        </p:nvSpPr>
        <p:spPr>
          <a:xfrm>
            <a:off x="8008259" y="3205739"/>
            <a:ext cx="2872902" cy="954107"/>
          </a:xfrm>
          <a:prstGeom prst="rect">
            <a:avLst/>
          </a:prstGeom>
          <a:noFill/>
        </p:spPr>
        <p:txBody>
          <a:bodyPr wrap="none" rtlCol="0">
            <a:spAutoFit/>
          </a:bodyPr>
          <a:lstStyle/>
          <a:p>
            <a:r>
              <a:rPr kumimoji="1" lang="ja-JP" altLang="en-US" sz="1400" dirty="0"/>
              <a:t>震源地：茨城県南部</a:t>
            </a:r>
            <a:endParaRPr kumimoji="1" lang="en-US" altLang="ja-JP" sz="1400" dirty="0"/>
          </a:p>
          <a:p>
            <a:r>
              <a:rPr kumimoji="1" lang="ja-JP" altLang="en-US" sz="1400" dirty="0"/>
              <a:t>マグニチュード：</a:t>
            </a:r>
            <a:r>
              <a:rPr kumimoji="1" lang="en-US" altLang="ja-JP" sz="1400" dirty="0"/>
              <a:t>5.0</a:t>
            </a:r>
          </a:p>
          <a:p>
            <a:r>
              <a:rPr kumimoji="1" lang="ja-JP" altLang="en-US" sz="1400" dirty="0"/>
              <a:t>深さ：</a:t>
            </a:r>
            <a:r>
              <a:rPr kumimoji="1" lang="en-US" altLang="ja-JP" sz="1400" dirty="0"/>
              <a:t>50km</a:t>
            </a:r>
          </a:p>
          <a:p>
            <a:r>
              <a:rPr kumimoji="1" lang="ja-JP" altLang="en-US" sz="1400" dirty="0"/>
              <a:t>情報：津波の心配はありません。</a:t>
            </a:r>
          </a:p>
        </p:txBody>
      </p:sp>
    </p:spTree>
    <p:extLst>
      <p:ext uri="{BB962C8B-B14F-4D97-AF65-F5344CB8AC3E}">
        <p14:creationId xmlns:p14="http://schemas.microsoft.com/office/powerpoint/2010/main" val="1144977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EC6D7-92B4-5099-C4E4-160135C9400D}"/>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1C5EE4C3-82D1-76FB-6BA0-194B84BBD082}"/>
              </a:ext>
            </a:extLst>
          </p:cNvPr>
          <p:cNvPicPr>
            <a:picLocks noChangeAspect="1"/>
          </p:cNvPicPr>
          <p:nvPr/>
        </p:nvPicPr>
        <p:blipFill>
          <a:blip r:embed="rId2"/>
          <a:stretch>
            <a:fillRect/>
          </a:stretch>
        </p:blipFill>
        <p:spPr>
          <a:xfrm>
            <a:off x="8238" y="0"/>
            <a:ext cx="12192000" cy="6858000"/>
          </a:xfrm>
          <a:prstGeom prst="rect">
            <a:avLst/>
          </a:prstGeom>
        </p:spPr>
      </p:pic>
      <p:sp>
        <p:nvSpPr>
          <p:cNvPr id="6" name="テキスト ボックス 5">
            <a:extLst>
              <a:ext uri="{FF2B5EF4-FFF2-40B4-BE49-F238E27FC236}">
                <a16:creationId xmlns:a16="http://schemas.microsoft.com/office/drawing/2014/main" id="{8A44521D-18E2-6383-DE31-FF058B59716D}"/>
              </a:ext>
            </a:extLst>
          </p:cNvPr>
          <p:cNvSpPr txBox="1"/>
          <p:nvPr/>
        </p:nvSpPr>
        <p:spPr>
          <a:xfrm>
            <a:off x="7485531" y="528918"/>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sp>
        <p:nvSpPr>
          <p:cNvPr id="2" name="テキスト ボックス 1">
            <a:extLst>
              <a:ext uri="{FF2B5EF4-FFF2-40B4-BE49-F238E27FC236}">
                <a16:creationId xmlns:a16="http://schemas.microsoft.com/office/drawing/2014/main" id="{0E6A784F-A136-C28B-8645-A3138016E2A0}"/>
              </a:ext>
            </a:extLst>
          </p:cNvPr>
          <p:cNvSpPr txBox="1"/>
          <p:nvPr/>
        </p:nvSpPr>
        <p:spPr>
          <a:xfrm>
            <a:off x="7901029" y="85394"/>
            <a:ext cx="2053767" cy="338554"/>
          </a:xfrm>
          <a:prstGeom prst="rect">
            <a:avLst/>
          </a:prstGeom>
          <a:noFill/>
        </p:spPr>
        <p:txBody>
          <a:bodyPr wrap="none" rtlCol="0">
            <a:spAutoFit/>
          </a:bodyPr>
          <a:lstStyle/>
          <a:p>
            <a:r>
              <a:rPr kumimoji="1" lang="en-US" altLang="ja-JP" sz="1600" dirty="0"/>
              <a:t>2026</a:t>
            </a:r>
            <a:r>
              <a:rPr kumimoji="1" lang="ja-JP" altLang="en-US" sz="1600" dirty="0"/>
              <a:t>年</a:t>
            </a:r>
            <a:r>
              <a:rPr kumimoji="1" lang="en-US" altLang="ja-JP" sz="1600" dirty="0"/>
              <a:t>04</a:t>
            </a:r>
            <a:r>
              <a:rPr kumimoji="1" lang="ja-JP" altLang="en-US" sz="1600" dirty="0"/>
              <a:t>月</a:t>
            </a:r>
            <a:r>
              <a:rPr kumimoji="1" lang="en-US" altLang="ja-JP" sz="1600" dirty="0"/>
              <a:t>03</a:t>
            </a:r>
            <a:r>
              <a:rPr kumimoji="1" lang="ja-JP" altLang="en-US" sz="1600" dirty="0"/>
              <a:t>日</a:t>
            </a:r>
            <a:r>
              <a:rPr kumimoji="1" lang="en-US" altLang="ja-JP" sz="1600" dirty="0"/>
              <a:t>(</a:t>
            </a:r>
            <a:r>
              <a:rPr kumimoji="1" lang="ja-JP" altLang="en-US" sz="1600" dirty="0"/>
              <a:t>金</a:t>
            </a:r>
            <a:r>
              <a:rPr kumimoji="1" lang="en-US" altLang="ja-JP" sz="1600" dirty="0"/>
              <a:t>)</a:t>
            </a:r>
            <a:endParaRPr kumimoji="1" lang="ja-JP" altLang="en-US" sz="1600" dirty="0"/>
          </a:p>
        </p:txBody>
      </p:sp>
      <p:sp>
        <p:nvSpPr>
          <p:cNvPr id="7" name="テキスト ボックス 6">
            <a:extLst>
              <a:ext uri="{FF2B5EF4-FFF2-40B4-BE49-F238E27FC236}">
                <a16:creationId xmlns:a16="http://schemas.microsoft.com/office/drawing/2014/main" id="{1587E647-5B12-FBFA-AE48-0B37CA768ADB}"/>
              </a:ext>
            </a:extLst>
          </p:cNvPr>
          <p:cNvSpPr txBox="1"/>
          <p:nvPr/>
        </p:nvSpPr>
        <p:spPr>
          <a:xfrm>
            <a:off x="11486135" y="85394"/>
            <a:ext cx="697627" cy="338554"/>
          </a:xfrm>
          <a:prstGeom prst="rect">
            <a:avLst/>
          </a:prstGeom>
          <a:noFill/>
        </p:spPr>
        <p:txBody>
          <a:bodyPr wrap="none" rtlCol="0">
            <a:spAutoFit/>
          </a:bodyPr>
          <a:lstStyle/>
          <a:p>
            <a:r>
              <a:rPr kumimoji="1" lang="en-US" altLang="ja-JP" sz="1600" dirty="0"/>
              <a:t>12:58</a:t>
            </a:r>
            <a:endParaRPr kumimoji="1" lang="ja-JP" altLang="en-US" sz="1600" dirty="0"/>
          </a:p>
        </p:txBody>
      </p:sp>
      <p:sp>
        <p:nvSpPr>
          <p:cNvPr id="8" name="正方形/長方形 7">
            <a:extLst>
              <a:ext uri="{FF2B5EF4-FFF2-40B4-BE49-F238E27FC236}">
                <a16:creationId xmlns:a16="http://schemas.microsoft.com/office/drawing/2014/main" id="{C6F60D74-5F29-0E19-00AD-C5FD73ABEC3C}"/>
              </a:ext>
            </a:extLst>
          </p:cNvPr>
          <p:cNvSpPr/>
          <p:nvPr/>
        </p:nvSpPr>
        <p:spPr>
          <a:xfrm>
            <a:off x="8429897" y="2142309"/>
            <a:ext cx="3405052" cy="26996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16950A14-7EB1-B563-6B4B-82B9CE849D8D}"/>
              </a:ext>
            </a:extLst>
          </p:cNvPr>
          <p:cNvSpPr/>
          <p:nvPr/>
        </p:nvSpPr>
        <p:spPr>
          <a:xfrm>
            <a:off x="7901029" y="519129"/>
            <a:ext cx="4290971" cy="286788"/>
          </a:xfrm>
          <a:prstGeom prst="rect">
            <a:avLst/>
          </a:prstGeom>
          <a:solidFill>
            <a:srgbClr val="1111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津波情報</a:t>
            </a:r>
          </a:p>
        </p:txBody>
      </p:sp>
      <p:sp>
        <p:nvSpPr>
          <p:cNvPr id="18" name="テキスト ボックス 17">
            <a:extLst>
              <a:ext uri="{FF2B5EF4-FFF2-40B4-BE49-F238E27FC236}">
                <a16:creationId xmlns:a16="http://schemas.microsoft.com/office/drawing/2014/main" id="{36AA31F2-7CD0-BA37-E049-5D6071095BFE}"/>
              </a:ext>
            </a:extLst>
          </p:cNvPr>
          <p:cNvSpPr txBox="1"/>
          <p:nvPr/>
        </p:nvSpPr>
        <p:spPr>
          <a:xfrm>
            <a:off x="8008259" y="1404495"/>
            <a:ext cx="723275" cy="738664"/>
          </a:xfrm>
          <a:prstGeom prst="rect">
            <a:avLst/>
          </a:prstGeom>
          <a:noFill/>
        </p:spPr>
        <p:txBody>
          <a:bodyPr wrap="none" rtlCol="0">
            <a:spAutoFit/>
          </a:bodyPr>
          <a:lstStyle/>
          <a:p>
            <a:r>
              <a:rPr kumimoji="1" lang="ja-JP" altLang="en-US" sz="1400" dirty="0"/>
              <a:t>兵庫県</a:t>
            </a:r>
            <a:endParaRPr kumimoji="1" lang="en-US" altLang="ja-JP" sz="1400" dirty="0"/>
          </a:p>
          <a:p>
            <a:r>
              <a:rPr kumimoji="1" lang="ja-JP" altLang="en-US" sz="1400" dirty="0"/>
              <a:t>大阪府</a:t>
            </a:r>
            <a:endParaRPr kumimoji="1" lang="en-US" altLang="ja-JP" sz="1400" dirty="0"/>
          </a:p>
          <a:p>
            <a:r>
              <a:rPr kumimoji="1" lang="ja-JP" altLang="en-US" sz="1400" dirty="0"/>
              <a:t>香川県</a:t>
            </a:r>
          </a:p>
        </p:txBody>
      </p:sp>
      <p:sp>
        <p:nvSpPr>
          <p:cNvPr id="3" name="正方形/長方形 2">
            <a:extLst>
              <a:ext uri="{FF2B5EF4-FFF2-40B4-BE49-F238E27FC236}">
                <a16:creationId xmlns:a16="http://schemas.microsoft.com/office/drawing/2014/main" id="{10C57FC5-B3E0-1B56-65A0-80E7455615F5}"/>
              </a:ext>
            </a:extLst>
          </p:cNvPr>
          <p:cNvSpPr/>
          <p:nvPr/>
        </p:nvSpPr>
        <p:spPr>
          <a:xfrm>
            <a:off x="8011886" y="984069"/>
            <a:ext cx="3962400" cy="340976"/>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大津波警報</a:t>
            </a:r>
          </a:p>
        </p:txBody>
      </p:sp>
      <p:sp>
        <p:nvSpPr>
          <p:cNvPr id="4" name="テキスト ボックス 3">
            <a:extLst>
              <a:ext uri="{FF2B5EF4-FFF2-40B4-BE49-F238E27FC236}">
                <a16:creationId xmlns:a16="http://schemas.microsoft.com/office/drawing/2014/main" id="{3321723C-704C-A4C4-E31B-DCE0C93DE57D}"/>
              </a:ext>
            </a:extLst>
          </p:cNvPr>
          <p:cNvSpPr txBox="1"/>
          <p:nvPr/>
        </p:nvSpPr>
        <p:spPr>
          <a:xfrm>
            <a:off x="8008259" y="2773313"/>
            <a:ext cx="902811" cy="738664"/>
          </a:xfrm>
          <a:prstGeom prst="rect">
            <a:avLst/>
          </a:prstGeom>
          <a:noFill/>
        </p:spPr>
        <p:txBody>
          <a:bodyPr wrap="none" rtlCol="0">
            <a:spAutoFit/>
          </a:bodyPr>
          <a:lstStyle/>
          <a:p>
            <a:r>
              <a:rPr kumimoji="1" lang="ja-JP" altLang="en-US" sz="1400" dirty="0"/>
              <a:t>徳島県</a:t>
            </a:r>
            <a:endParaRPr kumimoji="1" lang="en-US" altLang="ja-JP" sz="1400" dirty="0"/>
          </a:p>
          <a:p>
            <a:r>
              <a:rPr kumimoji="1" lang="ja-JP" altLang="en-US" sz="1400" dirty="0"/>
              <a:t>岡山県</a:t>
            </a:r>
            <a:endParaRPr kumimoji="1" lang="en-US" altLang="ja-JP" sz="1400" dirty="0"/>
          </a:p>
          <a:p>
            <a:r>
              <a:rPr kumimoji="1" lang="ja-JP" altLang="en-US" sz="1400" dirty="0"/>
              <a:t>和歌山県</a:t>
            </a:r>
          </a:p>
        </p:txBody>
      </p:sp>
      <p:sp>
        <p:nvSpPr>
          <p:cNvPr id="9" name="正方形/長方形 8">
            <a:extLst>
              <a:ext uri="{FF2B5EF4-FFF2-40B4-BE49-F238E27FC236}">
                <a16:creationId xmlns:a16="http://schemas.microsoft.com/office/drawing/2014/main" id="{5F8E82E3-80A3-09D5-6C4C-934114C01639}"/>
              </a:ext>
            </a:extLst>
          </p:cNvPr>
          <p:cNvSpPr/>
          <p:nvPr/>
        </p:nvSpPr>
        <p:spPr>
          <a:xfrm>
            <a:off x="8011886" y="2352887"/>
            <a:ext cx="3962400" cy="340976"/>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津波警報</a:t>
            </a:r>
          </a:p>
        </p:txBody>
      </p:sp>
      <p:sp>
        <p:nvSpPr>
          <p:cNvPr id="11" name="テキスト ボックス 10">
            <a:extLst>
              <a:ext uri="{FF2B5EF4-FFF2-40B4-BE49-F238E27FC236}">
                <a16:creationId xmlns:a16="http://schemas.microsoft.com/office/drawing/2014/main" id="{BD83C03F-7E13-8AED-2A57-D29318391B59}"/>
              </a:ext>
            </a:extLst>
          </p:cNvPr>
          <p:cNvSpPr txBox="1"/>
          <p:nvPr/>
        </p:nvSpPr>
        <p:spPr>
          <a:xfrm>
            <a:off x="8008259" y="4142131"/>
            <a:ext cx="723275" cy="738664"/>
          </a:xfrm>
          <a:prstGeom prst="rect">
            <a:avLst/>
          </a:prstGeom>
          <a:noFill/>
        </p:spPr>
        <p:txBody>
          <a:bodyPr wrap="none" rtlCol="0">
            <a:spAutoFit/>
          </a:bodyPr>
          <a:lstStyle/>
          <a:p>
            <a:r>
              <a:rPr kumimoji="1" lang="ja-JP" altLang="en-US" sz="1400" dirty="0"/>
              <a:t>広島県</a:t>
            </a:r>
            <a:endParaRPr kumimoji="1" lang="en-US" altLang="ja-JP" sz="1400" dirty="0"/>
          </a:p>
          <a:p>
            <a:r>
              <a:rPr kumimoji="1" lang="ja-JP" altLang="en-US" sz="1400" dirty="0"/>
              <a:t>山口県</a:t>
            </a:r>
            <a:endParaRPr kumimoji="1" lang="en-US" altLang="ja-JP" sz="1400" dirty="0"/>
          </a:p>
          <a:p>
            <a:r>
              <a:rPr kumimoji="1" lang="ja-JP" altLang="en-US" sz="1400" dirty="0"/>
              <a:t>福岡県</a:t>
            </a:r>
            <a:endParaRPr kumimoji="1" lang="en-US" altLang="ja-JP" sz="1400" dirty="0"/>
          </a:p>
        </p:txBody>
      </p:sp>
      <p:sp>
        <p:nvSpPr>
          <p:cNvPr id="13" name="正方形/長方形 12">
            <a:extLst>
              <a:ext uri="{FF2B5EF4-FFF2-40B4-BE49-F238E27FC236}">
                <a16:creationId xmlns:a16="http://schemas.microsoft.com/office/drawing/2014/main" id="{936B1A7C-28BD-2DF3-8DF2-AEDE28B2FC01}"/>
              </a:ext>
            </a:extLst>
          </p:cNvPr>
          <p:cNvSpPr/>
          <p:nvPr/>
        </p:nvSpPr>
        <p:spPr>
          <a:xfrm>
            <a:off x="8011886" y="3721705"/>
            <a:ext cx="3962400" cy="340976"/>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bg1"/>
                </a:solidFill>
              </a:rPr>
              <a:t>津波注意報</a:t>
            </a:r>
          </a:p>
        </p:txBody>
      </p:sp>
    </p:spTree>
    <p:extLst>
      <p:ext uri="{BB962C8B-B14F-4D97-AF65-F5344CB8AC3E}">
        <p14:creationId xmlns:p14="http://schemas.microsoft.com/office/powerpoint/2010/main" val="2780700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AC5DA-1B86-6DB9-4FF8-AEE357E2710E}"/>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42F27896-77F2-E7B6-6C5E-7A21A54E5899}"/>
              </a:ext>
            </a:extLst>
          </p:cNvPr>
          <p:cNvPicPr>
            <a:picLocks noChangeAspect="1"/>
          </p:cNvPicPr>
          <p:nvPr/>
        </p:nvPicPr>
        <p:blipFill>
          <a:blip r:embed="rId2"/>
          <a:stretch>
            <a:fillRect/>
          </a:stretch>
        </p:blipFill>
        <p:spPr>
          <a:xfrm>
            <a:off x="8238" y="0"/>
            <a:ext cx="12192000" cy="6858000"/>
          </a:xfrm>
          <a:prstGeom prst="rect">
            <a:avLst/>
          </a:prstGeom>
        </p:spPr>
      </p:pic>
      <p:sp>
        <p:nvSpPr>
          <p:cNvPr id="6" name="テキスト ボックス 5">
            <a:extLst>
              <a:ext uri="{FF2B5EF4-FFF2-40B4-BE49-F238E27FC236}">
                <a16:creationId xmlns:a16="http://schemas.microsoft.com/office/drawing/2014/main" id="{DECEDD60-BD76-90FC-AA41-676F6AEB7F9F}"/>
              </a:ext>
            </a:extLst>
          </p:cNvPr>
          <p:cNvSpPr txBox="1"/>
          <p:nvPr/>
        </p:nvSpPr>
        <p:spPr>
          <a:xfrm>
            <a:off x="7485531" y="528918"/>
            <a:ext cx="415498" cy="276999"/>
          </a:xfrm>
          <a:prstGeom prst="rect">
            <a:avLst/>
          </a:prstGeom>
          <a:noFill/>
        </p:spPr>
        <p:txBody>
          <a:bodyPr wrap="none" rtlCol="0">
            <a:spAutoFit/>
          </a:bodyPr>
          <a:lstStyle/>
          <a:p>
            <a:r>
              <a:rPr kumimoji="1" lang="en-US" altLang="ja-JP" sz="1200" dirty="0"/>
              <a:t>1/2</a:t>
            </a:r>
            <a:endParaRPr kumimoji="1" lang="ja-JP" altLang="en-US" sz="1200" dirty="0"/>
          </a:p>
        </p:txBody>
      </p:sp>
      <p:sp>
        <p:nvSpPr>
          <p:cNvPr id="2" name="テキスト ボックス 1">
            <a:extLst>
              <a:ext uri="{FF2B5EF4-FFF2-40B4-BE49-F238E27FC236}">
                <a16:creationId xmlns:a16="http://schemas.microsoft.com/office/drawing/2014/main" id="{21B45D85-3A89-8D46-69FA-4375014D9EC9}"/>
              </a:ext>
            </a:extLst>
          </p:cNvPr>
          <p:cNvSpPr txBox="1"/>
          <p:nvPr/>
        </p:nvSpPr>
        <p:spPr>
          <a:xfrm>
            <a:off x="7901029" y="85394"/>
            <a:ext cx="2053767" cy="338554"/>
          </a:xfrm>
          <a:prstGeom prst="rect">
            <a:avLst/>
          </a:prstGeom>
          <a:noFill/>
        </p:spPr>
        <p:txBody>
          <a:bodyPr wrap="none" rtlCol="0">
            <a:spAutoFit/>
          </a:bodyPr>
          <a:lstStyle/>
          <a:p>
            <a:r>
              <a:rPr kumimoji="1" lang="en-US" altLang="ja-JP" sz="1600" dirty="0"/>
              <a:t>2026</a:t>
            </a:r>
            <a:r>
              <a:rPr kumimoji="1" lang="ja-JP" altLang="en-US" sz="1600" dirty="0"/>
              <a:t>年</a:t>
            </a:r>
            <a:r>
              <a:rPr kumimoji="1" lang="en-US" altLang="ja-JP" sz="1600" dirty="0"/>
              <a:t>04</a:t>
            </a:r>
            <a:r>
              <a:rPr kumimoji="1" lang="ja-JP" altLang="en-US" sz="1600" dirty="0"/>
              <a:t>月</a:t>
            </a:r>
            <a:r>
              <a:rPr kumimoji="1" lang="en-US" altLang="ja-JP" sz="1600" dirty="0"/>
              <a:t>03</a:t>
            </a:r>
            <a:r>
              <a:rPr kumimoji="1" lang="ja-JP" altLang="en-US" sz="1600" dirty="0"/>
              <a:t>日</a:t>
            </a:r>
            <a:r>
              <a:rPr kumimoji="1" lang="en-US" altLang="ja-JP" sz="1600" dirty="0"/>
              <a:t>(</a:t>
            </a:r>
            <a:r>
              <a:rPr kumimoji="1" lang="ja-JP" altLang="en-US" sz="1600" dirty="0"/>
              <a:t>金</a:t>
            </a:r>
            <a:r>
              <a:rPr kumimoji="1" lang="en-US" altLang="ja-JP" sz="1600" dirty="0"/>
              <a:t>)</a:t>
            </a:r>
            <a:endParaRPr kumimoji="1" lang="ja-JP" altLang="en-US" sz="1600" dirty="0"/>
          </a:p>
        </p:txBody>
      </p:sp>
      <p:sp>
        <p:nvSpPr>
          <p:cNvPr id="7" name="テキスト ボックス 6">
            <a:extLst>
              <a:ext uri="{FF2B5EF4-FFF2-40B4-BE49-F238E27FC236}">
                <a16:creationId xmlns:a16="http://schemas.microsoft.com/office/drawing/2014/main" id="{701C0315-C7BA-D161-C5D5-07DD4E633CA8}"/>
              </a:ext>
            </a:extLst>
          </p:cNvPr>
          <p:cNvSpPr txBox="1"/>
          <p:nvPr/>
        </p:nvSpPr>
        <p:spPr>
          <a:xfrm>
            <a:off x="11486135" y="85394"/>
            <a:ext cx="697627" cy="338554"/>
          </a:xfrm>
          <a:prstGeom prst="rect">
            <a:avLst/>
          </a:prstGeom>
          <a:noFill/>
        </p:spPr>
        <p:txBody>
          <a:bodyPr wrap="none" rtlCol="0">
            <a:spAutoFit/>
          </a:bodyPr>
          <a:lstStyle/>
          <a:p>
            <a:r>
              <a:rPr kumimoji="1" lang="en-US" altLang="ja-JP" sz="1600" dirty="0"/>
              <a:t>12:58</a:t>
            </a:r>
            <a:endParaRPr kumimoji="1" lang="ja-JP" altLang="en-US" sz="1600" dirty="0"/>
          </a:p>
        </p:txBody>
      </p:sp>
      <p:sp>
        <p:nvSpPr>
          <p:cNvPr id="8" name="正方形/長方形 7">
            <a:extLst>
              <a:ext uri="{FF2B5EF4-FFF2-40B4-BE49-F238E27FC236}">
                <a16:creationId xmlns:a16="http://schemas.microsoft.com/office/drawing/2014/main" id="{C03B2DAE-E157-77E2-BD3B-C787538DB57C}"/>
              </a:ext>
            </a:extLst>
          </p:cNvPr>
          <p:cNvSpPr/>
          <p:nvPr/>
        </p:nvSpPr>
        <p:spPr>
          <a:xfrm>
            <a:off x="8429897" y="2142309"/>
            <a:ext cx="3405052" cy="26996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1156796C-A469-35C5-849B-22D985B1F33C}"/>
              </a:ext>
            </a:extLst>
          </p:cNvPr>
          <p:cNvSpPr/>
          <p:nvPr/>
        </p:nvSpPr>
        <p:spPr>
          <a:xfrm>
            <a:off x="7901029" y="519129"/>
            <a:ext cx="4290971" cy="286788"/>
          </a:xfrm>
          <a:prstGeom prst="rect">
            <a:avLst/>
          </a:prstGeom>
          <a:solidFill>
            <a:srgbClr val="1111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避難情報（大阪市生野区）</a:t>
            </a:r>
          </a:p>
        </p:txBody>
      </p:sp>
      <p:sp>
        <p:nvSpPr>
          <p:cNvPr id="18" name="テキスト ボックス 17">
            <a:extLst>
              <a:ext uri="{FF2B5EF4-FFF2-40B4-BE49-F238E27FC236}">
                <a16:creationId xmlns:a16="http://schemas.microsoft.com/office/drawing/2014/main" id="{A5CDD401-398F-EAE5-6789-3A4971E517D5}"/>
              </a:ext>
            </a:extLst>
          </p:cNvPr>
          <p:cNvSpPr txBox="1"/>
          <p:nvPr/>
        </p:nvSpPr>
        <p:spPr>
          <a:xfrm>
            <a:off x="8008259" y="1404495"/>
            <a:ext cx="3057247" cy="338554"/>
          </a:xfrm>
          <a:prstGeom prst="rect">
            <a:avLst/>
          </a:prstGeom>
          <a:noFill/>
        </p:spPr>
        <p:txBody>
          <a:bodyPr wrap="none" rtlCol="0">
            <a:spAutoFit/>
          </a:bodyPr>
          <a:lstStyle/>
          <a:p>
            <a:r>
              <a:rPr kumimoji="1" lang="ja-JP" altLang="en-US" sz="1600" dirty="0"/>
              <a:t>土砂災害および洪水警戒のため</a:t>
            </a:r>
          </a:p>
        </p:txBody>
      </p:sp>
      <p:sp>
        <p:nvSpPr>
          <p:cNvPr id="3" name="正方形/長方形 2">
            <a:extLst>
              <a:ext uri="{FF2B5EF4-FFF2-40B4-BE49-F238E27FC236}">
                <a16:creationId xmlns:a16="http://schemas.microsoft.com/office/drawing/2014/main" id="{0C380288-DF5D-916C-7670-494E08B48565}"/>
              </a:ext>
            </a:extLst>
          </p:cNvPr>
          <p:cNvSpPr/>
          <p:nvPr/>
        </p:nvSpPr>
        <p:spPr>
          <a:xfrm>
            <a:off x="8011886" y="984069"/>
            <a:ext cx="1236617" cy="34097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緊急安全確保</a:t>
            </a:r>
          </a:p>
        </p:txBody>
      </p:sp>
      <p:sp>
        <p:nvSpPr>
          <p:cNvPr id="12" name="正方形/長方形 11">
            <a:extLst>
              <a:ext uri="{FF2B5EF4-FFF2-40B4-BE49-F238E27FC236}">
                <a16:creationId xmlns:a16="http://schemas.microsoft.com/office/drawing/2014/main" id="{3CD42E0C-439F-4461-5BF5-250574F5C45B}"/>
              </a:ext>
            </a:extLst>
          </p:cNvPr>
          <p:cNvSpPr/>
          <p:nvPr/>
        </p:nvSpPr>
        <p:spPr>
          <a:xfrm>
            <a:off x="9336487" y="984069"/>
            <a:ext cx="1236617" cy="340976"/>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避難指示</a:t>
            </a:r>
          </a:p>
        </p:txBody>
      </p:sp>
      <p:sp>
        <p:nvSpPr>
          <p:cNvPr id="14" name="正方形/長方形 13">
            <a:extLst>
              <a:ext uri="{FF2B5EF4-FFF2-40B4-BE49-F238E27FC236}">
                <a16:creationId xmlns:a16="http://schemas.microsoft.com/office/drawing/2014/main" id="{274F91A4-59CB-6C47-8DA0-9022BB9B648C}"/>
              </a:ext>
            </a:extLst>
          </p:cNvPr>
          <p:cNvSpPr/>
          <p:nvPr/>
        </p:nvSpPr>
        <p:spPr>
          <a:xfrm>
            <a:off x="10661088" y="984069"/>
            <a:ext cx="1236617" cy="340976"/>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高齢者等避難</a:t>
            </a:r>
          </a:p>
        </p:txBody>
      </p:sp>
      <p:sp>
        <p:nvSpPr>
          <p:cNvPr id="15" name="テキスト ボックス 14">
            <a:extLst>
              <a:ext uri="{FF2B5EF4-FFF2-40B4-BE49-F238E27FC236}">
                <a16:creationId xmlns:a16="http://schemas.microsoft.com/office/drawing/2014/main" id="{02B4DB14-7AF0-582F-3426-8AB03C455848}"/>
              </a:ext>
            </a:extLst>
          </p:cNvPr>
          <p:cNvSpPr txBox="1"/>
          <p:nvPr/>
        </p:nvSpPr>
        <p:spPr>
          <a:xfrm>
            <a:off x="8008259" y="1751765"/>
            <a:ext cx="3190297" cy="646331"/>
          </a:xfrm>
          <a:prstGeom prst="rect">
            <a:avLst/>
          </a:prstGeom>
          <a:noFill/>
        </p:spPr>
        <p:txBody>
          <a:bodyPr wrap="none" rtlCol="0">
            <a:spAutoFit/>
          </a:bodyPr>
          <a:lstStyle/>
          <a:p>
            <a:r>
              <a:rPr kumimoji="1" lang="ja-JP" altLang="en-US" sz="1200" dirty="0"/>
              <a:t>命の危険　直ちに避難</a:t>
            </a:r>
            <a:endParaRPr kumimoji="1" lang="en-US" altLang="ja-JP" sz="1200" dirty="0"/>
          </a:p>
          <a:p>
            <a:r>
              <a:rPr kumimoji="1" lang="ja-JP" altLang="en-US" sz="1200" dirty="0"/>
              <a:t>総世帯数：</a:t>
            </a:r>
            <a:r>
              <a:rPr kumimoji="1" lang="en-US" altLang="ja-JP" sz="1200" dirty="0"/>
              <a:t>1,000</a:t>
            </a:r>
            <a:r>
              <a:rPr kumimoji="1" lang="ja-JP" altLang="en-US" sz="1200" dirty="0"/>
              <a:t>世帯　　総人数：</a:t>
            </a:r>
            <a:r>
              <a:rPr kumimoji="1" lang="en-US" altLang="ja-JP" sz="1200" dirty="0"/>
              <a:t>20,000</a:t>
            </a:r>
            <a:r>
              <a:rPr kumimoji="1" lang="ja-JP" altLang="en-US" sz="1200" dirty="0"/>
              <a:t>人</a:t>
            </a:r>
            <a:endParaRPr kumimoji="1" lang="en-US" altLang="ja-JP" sz="1200" dirty="0"/>
          </a:p>
          <a:p>
            <a:r>
              <a:rPr kumimoji="1" lang="ja-JP" altLang="en-US" sz="1200" dirty="0"/>
              <a:t>発表自治体：大阪市</a:t>
            </a:r>
            <a:endParaRPr kumimoji="1" lang="en-US" altLang="ja-JP" sz="1200" dirty="0"/>
          </a:p>
        </p:txBody>
      </p:sp>
    </p:spTree>
    <p:extLst>
      <p:ext uri="{BB962C8B-B14F-4D97-AF65-F5344CB8AC3E}">
        <p14:creationId xmlns:p14="http://schemas.microsoft.com/office/powerpoint/2010/main" val="859490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9838B-4F64-355F-9F13-0B5E76FD175A}"/>
            </a:ext>
          </a:extLst>
        </p:cNvPr>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E3B29475-04D2-D18B-D964-AA779622B835}"/>
              </a:ext>
            </a:extLst>
          </p:cNvPr>
          <p:cNvCxnSpPr/>
          <p:nvPr/>
        </p:nvCxnSpPr>
        <p:spPr>
          <a:xfrm>
            <a:off x="7709647" y="0"/>
            <a:ext cx="0" cy="685800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BA9BF690-BA38-F018-E447-829787934EFD}"/>
              </a:ext>
            </a:extLst>
          </p:cNvPr>
          <p:cNvSpPr txBox="1"/>
          <p:nvPr/>
        </p:nvSpPr>
        <p:spPr>
          <a:xfrm>
            <a:off x="8346142" y="2492556"/>
            <a:ext cx="3212739" cy="1446550"/>
          </a:xfrm>
          <a:prstGeom prst="rect">
            <a:avLst/>
          </a:prstGeom>
          <a:noFill/>
        </p:spPr>
        <p:txBody>
          <a:bodyPr wrap="none" rtlCol="0">
            <a:spAutoFit/>
          </a:bodyPr>
          <a:lstStyle/>
          <a:p>
            <a:r>
              <a:rPr kumimoji="1" lang="en-US" altLang="ja-JP" sz="8800" b="1" dirty="0"/>
              <a:t>20:13</a:t>
            </a:r>
            <a:endParaRPr kumimoji="1" lang="ja-JP" altLang="en-US" sz="8800" b="1" dirty="0"/>
          </a:p>
        </p:txBody>
      </p:sp>
      <p:sp>
        <p:nvSpPr>
          <p:cNvPr id="7" name="テキスト ボックス 6">
            <a:extLst>
              <a:ext uri="{FF2B5EF4-FFF2-40B4-BE49-F238E27FC236}">
                <a16:creationId xmlns:a16="http://schemas.microsoft.com/office/drawing/2014/main" id="{6F0DF2DB-3372-20C9-32CA-C905069642AD}"/>
              </a:ext>
            </a:extLst>
          </p:cNvPr>
          <p:cNvSpPr txBox="1"/>
          <p:nvPr/>
        </p:nvSpPr>
        <p:spPr>
          <a:xfrm>
            <a:off x="8488007" y="3739051"/>
            <a:ext cx="2929007" cy="400110"/>
          </a:xfrm>
          <a:prstGeom prst="rect">
            <a:avLst/>
          </a:prstGeom>
          <a:noFill/>
        </p:spPr>
        <p:txBody>
          <a:bodyPr wrap="none" rtlCol="0">
            <a:spAutoFit/>
          </a:bodyPr>
          <a:lstStyle/>
          <a:p>
            <a:r>
              <a:rPr kumimoji="1" lang="en-US" altLang="ja-JP" sz="2000" b="1" dirty="0"/>
              <a:t>2026</a:t>
            </a:r>
            <a:r>
              <a:rPr kumimoji="1" lang="ja-JP" altLang="en-US" sz="2000" b="1" dirty="0"/>
              <a:t>年</a:t>
            </a:r>
            <a:r>
              <a:rPr kumimoji="1" lang="en-US" altLang="ja-JP" sz="2000" b="1" dirty="0"/>
              <a:t>03</a:t>
            </a:r>
            <a:r>
              <a:rPr kumimoji="1" lang="ja-JP" altLang="en-US" sz="2000" b="1" dirty="0"/>
              <a:t>月</a:t>
            </a:r>
            <a:r>
              <a:rPr kumimoji="1" lang="en-US" altLang="ja-JP" sz="2000" b="1" dirty="0"/>
              <a:t>28</a:t>
            </a:r>
            <a:r>
              <a:rPr kumimoji="1" lang="ja-JP" altLang="en-US" sz="2000" b="1" dirty="0"/>
              <a:t>日（土）</a:t>
            </a:r>
          </a:p>
        </p:txBody>
      </p:sp>
      <p:cxnSp>
        <p:nvCxnSpPr>
          <p:cNvPr id="8" name="直線コネクタ 7">
            <a:extLst>
              <a:ext uri="{FF2B5EF4-FFF2-40B4-BE49-F238E27FC236}">
                <a16:creationId xmlns:a16="http://schemas.microsoft.com/office/drawing/2014/main" id="{819AF09F-6BBA-5F93-7F34-A59CF93072D9}"/>
              </a:ext>
            </a:extLst>
          </p:cNvPr>
          <p:cNvCxnSpPr>
            <a:cxnSpLocks/>
          </p:cNvCxnSpPr>
          <p:nvPr/>
        </p:nvCxnSpPr>
        <p:spPr>
          <a:xfrm>
            <a:off x="0" y="505257"/>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A0C1C7E6-CBF4-ECE6-D3B8-F1AA47B49758}"/>
              </a:ext>
            </a:extLst>
          </p:cNvPr>
          <p:cNvSpPr txBox="1"/>
          <p:nvPr/>
        </p:nvSpPr>
        <p:spPr>
          <a:xfrm>
            <a:off x="-1" y="71718"/>
            <a:ext cx="3607078" cy="369332"/>
          </a:xfrm>
          <a:prstGeom prst="rect">
            <a:avLst/>
          </a:prstGeom>
          <a:noFill/>
        </p:spPr>
        <p:txBody>
          <a:bodyPr wrap="none" rtlCol="0">
            <a:spAutoFit/>
          </a:bodyPr>
          <a:lstStyle/>
          <a:p>
            <a:r>
              <a:rPr kumimoji="1" lang="ja-JP" altLang="en-US" b="1" dirty="0"/>
              <a:t>田島三丁目　　</a:t>
            </a:r>
            <a:r>
              <a:rPr kumimoji="1" lang="en-US" altLang="ja-JP" b="1" dirty="0"/>
              <a:t>Tajima 3-chome</a:t>
            </a:r>
            <a:endParaRPr kumimoji="1" lang="ja-JP" altLang="en-US" dirty="0"/>
          </a:p>
        </p:txBody>
      </p:sp>
      <p:sp>
        <p:nvSpPr>
          <p:cNvPr id="13" name="正方形/長方形 12">
            <a:extLst>
              <a:ext uri="{FF2B5EF4-FFF2-40B4-BE49-F238E27FC236}">
                <a16:creationId xmlns:a16="http://schemas.microsoft.com/office/drawing/2014/main" id="{7D9FC78E-7458-EFAB-4741-72A03593F97E}"/>
              </a:ext>
            </a:extLst>
          </p:cNvPr>
          <p:cNvSpPr/>
          <p:nvPr/>
        </p:nvSpPr>
        <p:spPr>
          <a:xfrm>
            <a:off x="8965" y="523187"/>
            <a:ext cx="188259" cy="50525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b="1" dirty="0"/>
          </a:p>
        </p:txBody>
      </p:sp>
      <p:sp>
        <p:nvSpPr>
          <p:cNvPr id="14" name="テキスト ボックス 13">
            <a:extLst>
              <a:ext uri="{FF2B5EF4-FFF2-40B4-BE49-F238E27FC236}">
                <a16:creationId xmlns:a16="http://schemas.microsoft.com/office/drawing/2014/main" id="{294F8DA0-23B3-38C8-F7AE-87860C052571}"/>
              </a:ext>
            </a:extLst>
          </p:cNvPr>
          <p:cNvSpPr txBox="1"/>
          <p:nvPr/>
        </p:nvSpPr>
        <p:spPr>
          <a:xfrm>
            <a:off x="197224" y="591149"/>
            <a:ext cx="6774611" cy="369332"/>
          </a:xfrm>
          <a:prstGeom prst="rect">
            <a:avLst/>
          </a:prstGeom>
          <a:noFill/>
        </p:spPr>
        <p:txBody>
          <a:bodyPr wrap="none" rtlCol="0">
            <a:spAutoFit/>
          </a:bodyPr>
          <a:lstStyle/>
          <a:p>
            <a:r>
              <a:rPr kumimoji="1" lang="ja-JP" altLang="en-US" b="1" dirty="0"/>
              <a:t>大池橋・地下鉄今里・なんば方面　</a:t>
            </a:r>
            <a:r>
              <a:rPr kumimoji="1" lang="en-US" altLang="ja-JP" sz="1200" b="1" dirty="0"/>
              <a:t>For </a:t>
            </a:r>
            <a:r>
              <a:rPr kumimoji="1" lang="en-US" altLang="ja-JP" sz="1200" b="1" dirty="0" err="1"/>
              <a:t>Oikebashi</a:t>
            </a:r>
            <a:r>
              <a:rPr kumimoji="1" lang="en-US" altLang="ja-JP" sz="1200" b="1" dirty="0"/>
              <a:t> Subway </a:t>
            </a:r>
            <a:r>
              <a:rPr kumimoji="1" lang="en-US" altLang="ja-JP" sz="1200" b="1" dirty="0" err="1"/>
              <a:t>Imazato</a:t>
            </a:r>
            <a:r>
              <a:rPr kumimoji="1" lang="en-US" altLang="ja-JP" sz="1200" b="1" dirty="0"/>
              <a:t> Namba</a:t>
            </a:r>
            <a:endParaRPr kumimoji="1" lang="ja-JP" altLang="en-US" dirty="0"/>
          </a:p>
        </p:txBody>
      </p:sp>
      <p:cxnSp>
        <p:nvCxnSpPr>
          <p:cNvPr id="16" name="直線コネクタ 15">
            <a:extLst>
              <a:ext uri="{FF2B5EF4-FFF2-40B4-BE49-F238E27FC236}">
                <a16:creationId xmlns:a16="http://schemas.microsoft.com/office/drawing/2014/main" id="{14413534-01FC-BA57-13C4-A51A22FFC2BA}"/>
              </a:ext>
            </a:extLst>
          </p:cNvPr>
          <p:cNvCxnSpPr>
            <a:cxnSpLocks/>
          </p:cNvCxnSpPr>
          <p:nvPr/>
        </p:nvCxnSpPr>
        <p:spPr>
          <a:xfrm>
            <a:off x="0" y="1028443"/>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5BFD6B9E-56B2-FE41-DCB2-7AF7AC7BBF2C}"/>
              </a:ext>
            </a:extLst>
          </p:cNvPr>
          <p:cNvCxnSpPr>
            <a:cxnSpLocks/>
          </p:cNvCxnSpPr>
          <p:nvPr/>
        </p:nvCxnSpPr>
        <p:spPr>
          <a:xfrm>
            <a:off x="0" y="2086278"/>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637BE1FD-F18B-9297-2EB2-5E007A8C936B}"/>
              </a:ext>
            </a:extLst>
          </p:cNvPr>
          <p:cNvCxnSpPr>
            <a:cxnSpLocks/>
          </p:cNvCxnSpPr>
          <p:nvPr/>
        </p:nvCxnSpPr>
        <p:spPr>
          <a:xfrm>
            <a:off x="0" y="3215831"/>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1C0D425-AEBE-7D2E-2E75-0871AD476A07}"/>
              </a:ext>
            </a:extLst>
          </p:cNvPr>
          <p:cNvSpPr txBox="1"/>
          <p:nvPr/>
        </p:nvSpPr>
        <p:spPr>
          <a:xfrm>
            <a:off x="8965" y="1046372"/>
            <a:ext cx="1701107" cy="769441"/>
          </a:xfrm>
          <a:prstGeom prst="rect">
            <a:avLst/>
          </a:prstGeom>
          <a:noFill/>
        </p:spPr>
        <p:txBody>
          <a:bodyPr wrap="none" rtlCol="0">
            <a:spAutoFit/>
          </a:bodyPr>
          <a:lstStyle/>
          <a:p>
            <a:r>
              <a:rPr kumimoji="1" lang="en-US" altLang="ja-JP" sz="4400" b="1" dirty="0"/>
              <a:t>20:15</a:t>
            </a:r>
            <a:endParaRPr kumimoji="1" lang="ja-JP" altLang="en-US" sz="4400" b="1" dirty="0"/>
          </a:p>
        </p:txBody>
      </p:sp>
      <p:sp>
        <p:nvSpPr>
          <p:cNvPr id="20" name="テキスト ボックス 19">
            <a:extLst>
              <a:ext uri="{FF2B5EF4-FFF2-40B4-BE49-F238E27FC236}">
                <a16:creationId xmlns:a16="http://schemas.microsoft.com/office/drawing/2014/main" id="{DD174961-BE67-5B88-4B78-F621DB3F216D}"/>
              </a:ext>
            </a:extLst>
          </p:cNvPr>
          <p:cNvSpPr txBox="1"/>
          <p:nvPr/>
        </p:nvSpPr>
        <p:spPr>
          <a:xfrm>
            <a:off x="2757808" y="1096406"/>
            <a:ext cx="1338828" cy="646331"/>
          </a:xfrm>
          <a:prstGeom prst="rect">
            <a:avLst/>
          </a:prstGeom>
          <a:noFill/>
        </p:spPr>
        <p:txBody>
          <a:bodyPr wrap="none" rtlCol="0">
            <a:spAutoFit/>
          </a:bodyPr>
          <a:lstStyle/>
          <a:p>
            <a:r>
              <a:rPr kumimoji="1" lang="ja-JP" altLang="en-US" dirty="0"/>
              <a:t>地下鉄今里</a:t>
            </a:r>
            <a:endParaRPr kumimoji="1" lang="en-US" altLang="ja-JP" dirty="0"/>
          </a:p>
          <a:p>
            <a:r>
              <a:rPr kumimoji="1" lang="ja-JP" altLang="en-US" dirty="0"/>
              <a:t>玉造方面</a:t>
            </a:r>
            <a:endParaRPr kumimoji="1" lang="en-US" altLang="ja-JP" dirty="0"/>
          </a:p>
        </p:txBody>
      </p:sp>
      <p:sp>
        <p:nvSpPr>
          <p:cNvPr id="21" name="テキスト ボックス 20">
            <a:extLst>
              <a:ext uri="{FF2B5EF4-FFF2-40B4-BE49-F238E27FC236}">
                <a16:creationId xmlns:a16="http://schemas.microsoft.com/office/drawing/2014/main" id="{C08D8F18-D05C-6956-F0C0-5E26A7336EB6}"/>
              </a:ext>
            </a:extLst>
          </p:cNvPr>
          <p:cNvSpPr txBox="1"/>
          <p:nvPr/>
        </p:nvSpPr>
        <p:spPr>
          <a:xfrm>
            <a:off x="372355" y="1717431"/>
            <a:ext cx="902811" cy="307777"/>
          </a:xfrm>
          <a:prstGeom prst="rect">
            <a:avLst/>
          </a:prstGeom>
          <a:noFill/>
        </p:spPr>
        <p:txBody>
          <a:bodyPr wrap="none" rtlCol="0">
            <a:spAutoFit/>
          </a:bodyPr>
          <a:lstStyle/>
          <a:p>
            <a:r>
              <a:rPr kumimoji="1" lang="ja-JP" altLang="en-US" sz="1400" dirty="0">
                <a:solidFill>
                  <a:srgbClr val="FF0000"/>
                </a:solidFill>
              </a:rPr>
              <a:t>まもなく</a:t>
            </a:r>
          </a:p>
        </p:txBody>
      </p:sp>
      <p:sp>
        <p:nvSpPr>
          <p:cNvPr id="22" name="正方形/長方形 21">
            <a:extLst>
              <a:ext uri="{FF2B5EF4-FFF2-40B4-BE49-F238E27FC236}">
                <a16:creationId xmlns:a16="http://schemas.microsoft.com/office/drawing/2014/main" id="{3EEBEA5A-4383-4036-FC11-CB234ED101E7}"/>
              </a:ext>
            </a:extLst>
          </p:cNvPr>
          <p:cNvSpPr/>
          <p:nvPr/>
        </p:nvSpPr>
        <p:spPr>
          <a:xfrm>
            <a:off x="1710073" y="1096407"/>
            <a:ext cx="979337" cy="928802"/>
          </a:xfrm>
          <a:prstGeom prst="rec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85</a:t>
            </a:r>
            <a:endParaRPr kumimoji="1" lang="ja-JP" altLang="en-US" sz="3600" dirty="0"/>
          </a:p>
        </p:txBody>
      </p:sp>
      <p:sp>
        <p:nvSpPr>
          <p:cNvPr id="23" name="テキスト ボックス 22">
            <a:extLst>
              <a:ext uri="{FF2B5EF4-FFF2-40B4-BE49-F238E27FC236}">
                <a16:creationId xmlns:a16="http://schemas.microsoft.com/office/drawing/2014/main" id="{3F67229B-2745-23C5-AAC4-71F35DDEDBF3}"/>
              </a:ext>
            </a:extLst>
          </p:cNvPr>
          <p:cNvSpPr txBox="1"/>
          <p:nvPr/>
        </p:nvSpPr>
        <p:spPr>
          <a:xfrm>
            <a:off x="2757808" y="1717431"/>
            <a:ext cx="1616148" cy="276999"/>
          </a:xfrm>
          <a:prstGeom prst="rect">
            <a:avLst/>
          </a:prstGeom>
          <a:noFill/>
        </p:spPr>
        <p:txBody>
          <a:bodyPr wrap="none" rtlCol="0">
            <a:spAutoFit/>
          </a:bodyPr>
          <a:lstStyle/>
          <a:p>
            <a:r>
              <a:rPr kumimoji="1" lang="en-US" altLang="ja-JP" sz="1200" dirty="0"/>
              <a:t>Via Subway </a:t>
            </a:r>
            <a:r>
              <a:rPr kumimoji="1" lang="en-US" altLang="ja-JP" sz="1200" dirty="0" err="1"/>
              <a:t>Imazato</a:t>
            </a:r>
            <a:endParaRPr kumimoji="1" lang="ja-JP" altLang="en-US" sz="1200" dirty="0"/>
          </a:p>
        </p:txBody>
      </p:sp>
      <p:sp>
        <p:nvSpPr>
          <p:cNvPr id="24" name="テキスト ボックス 23">
            <a:extLst>
              <a:ext uri="{FF2B5EF4-FFF2-40B4-BE49-F238E27FC236}">
                <a16:creationId xmlns:a16="http://schemas.microsoft.com/office/drawing/2014/main" id="{DB28467C-96F4-A3B1-9802-61CAD719383A}"/>
              </a:ext>
            </a:extLst>
          </p:cNvPr>
          <p:cNvSpPr txBox="1"/>
          <p:nvPr/>
        </p:nvSpPr>
        <p:spPr>
          <a:xfrm>
            <a:off x="4834448" y="1096406"/>
            <a:ext cx="1415772" cy="584775"/>
          </a:xfrm>
          <a:prstGeom prst="rect">
            <a:avLst/>
          </a:prstGeom>
          <a:noFill/>
        </p:spPr>
        <p:txBody>
          <a:bodyPr wrap="none" rtlCol="0">
            <a:spAutoFit/>
          </a:bodyPr>
          <a:lstStyle/>
          <a:p>
            <a:r>
              <a:rPr kumimoji="1" lang="ja-JP" altLang="en-US" sz="3200" dirty="0"/>
              <a:t>なんば</a:t>
            </a:r>
            <a:endParaRPr kumimoji="1" lang="en-US" altLang="ja-JP" sz="3200" dirty="0"/>
          </a:p>
        </p:txBody>
      </p:sp>
      <p:sp>
        <p:nvSpPr>
          <p:cNvPr id="25" name="テキスト ボックス 24">
            <a:extLst>
              <a:ext uri="{FF2B5EF4-FFF2-40B4-BE49-F238E27FC236}">
                <a16:creationId xmlns:a16="http://schemas.microsoft.com/office/drawing/2014/main" id="{2A45716D-A504-18C9-FE87-CD3F8D33C07D}"/>
              </a:ext>
            </a:extLst>
          </p:cNvPr>
          <p:cNvSpPr txBox="1"/>
          <p:nvPr/>
        </p:nvSpPr>
        <p:spPr>
          <a:xfrm>
            <a:off x="4956407" y="1717431"/>
            <a:ext cx="971741" cy="276999"/>
          </a:xfrm>
          <a:prstGeom prst="rect">
            <a:avLst/>
          </a:prstGeom>
          <a:noFill/>
        </p:spPr>
        <p:txBody>
          <a:bodyPr wrap="none" rtlCol="0">
            <a:spAutoFit/>
          </a:bodyPr>
          <a:lstStyle/>
          <a:p>
            <a:r>
              <a:rPr kumimoji="1" lang="en-US" altLang="ja-JP" sz="1200" dirty="0"/>
              <a:t>For Namba</a:t>
            </a:r>
            <a:endParaRPr kumimoji="1" lang="ja-JP" altLang="en-US" sz="1200" dirty="0"/>
          </a:p>
        </p:txBody>
      </p:sp>
      <p:sp>
        <p:nvSpPr>
          <p:cNvPr id="27" name="テキスト ボックス 26">
            <a:extLst>
              <a:ext uri="{FF2B5EF4-FFF2-40B4-BE49-F238E27FC236}">
                <a16:creationId xmlns:a16="http://schemas.microsoft.com/office/drawing/2014/main" id="{F0909DF6-7B76-0F24-E1CE-EB1CB50B35DF}"/>
              </a:ext>
            </a:extLst>
          </p:cNvPr>
          <p:cNvSpPr txBox="1"/>
          <p:nvPr/>
        </p:nvSpPr>
        <p:spPr>
          <a:xfrm>
            <a:off x="8965" y="2093172"/>
            <a:ext cx="1701107" cy="769441"/>
          </a:xfrm>
          <a:prstGeom prst="rect">
            <a:avLst/>
          </a:prstGeom>
          <a:noFill/>
        </p:spPr>
        <p:txBody>
          <a:bodyPr wrap="none" rtlCol="0">
            <a:spAutoFit/>
          </a:bodyPr>
          <a:lstStyle/>
          <a:p>
            <a:r>
              <a:rPr kumimoji="1" lang="en-US" altLang="ja-JP" sz="4400" b="1" dirty="0"/>
              <a:t>20:30</a:t>
            </a:r>
            <a:endParaRPr kumimoji="1" lang="ja-JP" altLang="en-US" sz="4400" b="1" dirty="0"/>
          </a:p>
        </p:txBody>
      </p:sp>
      <p:sp>
        <p:nvSpPr>
          <p:cNvPr id="28" name="正方形/長方形 27">
            <a:extLst>
              <a:ext uri="{FF2B5EF4-FFF2-40B4-BE49-F238E27FC236}">
                <a16:creationId xmlns:a16="http://schemas.microsoft.com/office/drawing/2014/main" id="{11145740-00C7-2C01-723B-302FD04B8945}"/>
              </a:ext>
            </a:extLst>
          </p:cNvPr>
          <p:cNvSpPr/>
          <p:nvPr/>
        </p:nvSpPr>
        <p:spPr>
          <a:xfrm>
            <a:off x="1710073" y="2191357"/>
            <a:ext cx="979337" cy="928802"/>
          </a:xfrm>
          <a:prstGeom prst="rec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35A</a:t>
            </a:r>
            <a:endParaRPr kumimoji="1" lang="ja-JP" altLang="en-US" sz="3600" dirty="0"/>
          </a:p>
        </p:txBody>
      </p:sp>
      <p:sp>
        <p:nvSpPr>
          <p:cNvPr id="29" name="テキスト ボックス 28">
            <a:extLst>
              <a:ext uri="{FF2B5EF4-FFF2-40B4-BE49-F238E27FC236}">
                <a16:creationId xmlns:a16="http://schemas.microsoft.com/office/drawing/2014/main" id="{2B035A3C-6A00-1AB9-9B90-0A63F9172B1F}"/>
              </a:ext>
            </a:extLst>
          </p:cNvPr>
          <p:cNvSpPr txBox="1"/>
          <p:nvPr/>
        </p:nvSpPr>
        <p:spPr>
          <a:xfrm>
            <a:off x="2757808" y="2207926"/>
            <a:ext cx="1800493" cy="646331"/>
          </a:xfrm>
          <a:prstGeom prst="rect">
            <a:avLst/>
          </a:prstGeom>
          <a:noFill/>
        </p:spPr>
        <p:txBody>
          <a:bodyPr wrap="none" rtlCol="0">
            <a:spAutoFit/>
          </a:bodyPr>
          <a:lstStyle/>
          <a:p>
            <a:r>
              <a:rPr kumimoji="1" lang="ja-JP" altLang="en-US" dirty="0"/>
              <a:t>大池橋</a:t>
            </a:r>
            <a:endParaRPr kumimoji="1" lang="en-US" altLang="ja-JP" dirty="0"/>
          </a:p>
          <a:p>
            <a:r>
              <a:rPr kumimoji="1" lang="ja-JP" altLang="en-US" dirty="0"/>
              <a:t>中川二丁目方面</a:t>
            </a:r>
            <a:endParaRPr kumimoji="1" lang="en-US" altLang="ja-JP" dirty="0"/>
          </a:p>
        </p:txBody>
      </p:sp>
      <p:sp>
        <p:nvSpPr>
          <p:cNvPr id="30" name="テキスト ボックス 29">
            <a:extLst>
              <a:ext uri="{FF2B5EF4-FFF2-40B4-BE49-F238E27FC236}">
                <a16:creationId xmlns:a16="http://schemas.microsoft.com/office/drawing/2014/main" id="{1AFABC0B-D5B4-18D0-936D-D15C96E82A1E}"/>
              </a:ext>
            </a:extLst>
          </p:cNvPr>
          <p:cNvSpPr txBox="1"/>
          <p:nvPr/>
        </p:nvSpPr>
        <p:spPr>
          <a:xfrm>
            <a:off x="2757808" y="2828951"/>
            <a:ext cx="1176925" cy="276999"/>
          </a:xfrm>
          <a:prstGeom prst="rect">
            <a:avLst/>
          </a:prstGeom>
          <a:noFill/>
        </p:spPr>
        <p:txBody>
          <a:bodyPr wrap="none" rtlCol="0">
            <a:spAutoFit/>
          </a:bodyPr>
          <a:lstStyle/>
          <a:p>
            <a:r>
              <a:rPr kumimoji="1" lang="en-US" altLang="ja-JP" sz="1200" dirty="0"/>
              <a:t>Via </a:t>
            </a:r>
            <a:r>
              <a:rPr kumimoji="1" lang="en-US" altLang="ja-JP" sz="1200" dirty="0" err="1"/>
              <a:t>Oikebashi</a:t>
            </a:r>
            <a:endParaRPr kumimoji="1" lang="ja-JP" altLang="en-US" sz="1200" dirty="0"/>
          </a:p>
        </p:txBody>
      </p:sp>
      <p:sp>
        <p:nvSpPr>
          <p:cNvPr id="31" name="テキスト ボックス 30">
            <a:extLst>
              <a:ext uri="{FF2B5EF4-FFF2-40B4-BE49-F238E27FC236}">
                <a16:creationId xmlns:a16="http://schemas.microsoft.com/office/drawing/2014/main" id="{F403EC4E-5C3F-A0B4-0888-84442968E37E}"/>
              </a:ext>
            </a:extLst>
          </p:cNvPr>
          <p:cNvSpPr txBox="1"/>
          <p:nvPr/>
        </p:nvSpPr>
        <p:spPr>
          <a:xfrm>
            <a:off x="4834448" y="2207926"/>
            <a:ext cx="2236510" cy="584775"/>
          </a:xfrm>
          <a:prstGeom prst="rect">
            <a:avLst/>
          </a:prstGeom>
          <a:noFill/>
        </p:spPr>
        <p:txBody>
          <a:bodyPr wrap="none" rtlCol="0">
            <a:spAutoFit/>
          </a:bodyPr>
          <a:lstStyle/>
          <a:p>
            <a:r>
              <a:rPr kumimoji="1" lang="ja-JP" altLang="en-US" sz="3200" dirty="0"/>
              <a:t>地下鉄今里</a:t>
            </a:r>
            <a:endParaRPr kumimoji="1" lang="en-US" altLang="ja-JP" sz="3200" dirty="0"/>
          </a:p>
        </p:txBody>
      </p:sp>
      <p:sp>
        <p:nvSpPr>
          <p:cNvPr id="32" name="テキスト ボックス 31">
            <a:extLst>
              <a:ext uri="{FF2B5EF4-FFF2-40B4-BE49-F238E27FC236}">
                <a16:creationId xmlns:a16="http://schemas.microsoft.com/office/drawing/2014/main" id="{17ABA8F7-2C9F-EB0C-99B1-5F50006EF078}"/>
              </a:ext>
            </a:extLst>
          </p:cNvPr>
          <p:cNvSpPr txBox="1"/>
          <p:nvPr/>
        </p:nvSpPr>
        <p:spPr>
          <a:xfrm>
            <a:off x="4956407" y="2828951"/>
            <a:ext cx="1630575" cy="276999"/>
          </a:xfrm>
          <a:prstGeom prst="rect">
            <a:avLst/>
          </a:prstGeom>
          <a:noFill/>
        </p:spPr>
        <p:txBody>
          <a:bodyPr wrap="none" rtlCol="0">
            <a:spAutoFit/>
          </a:bodyPr>
          <a:lstStyle/>
          <a:p>
            <a:r>
              <a:rPr kumimoji="1" lang="en-US" altLang="ja-JP" sz="1200" dirty="0"/>
              <a:t>For Subway </a:t>
            </a:r>
            <a:r>
              <a:rPr kumimoji="1" lang="en-US" altLang="ja-JP" sz="1200" dirty="0" err="1"/>
              <a:t>Imazato</a:t>
            </a:r>
            <a:endParaRPr kumimoji="1" lang="ja-JP" altLang="en-US" sz="1200" dirty="0"/>
          </a:p>
        </p:txBody>
      </p:sp>
      <p:cxnSp>
        <p:nvCxnSpPr>
          <p:cNvPr id="34" name="直線コネクタ 33">
            <a:extLst>
              <a:ext uri="{FF2B5EF4-FFF2-40B4-BE49-F238E27FC236}">
                <a16:creationId xmlns:a16="http://schemas.microsoft.com/office/drawing/2014/main" id="{6A6E47C2-8727-E4B3-8565-01F06E440542}"/>
              </a:ext>
            </a:extLst>
          </p:cNvPr>
          <p:cNvCxnSpPr>
            <a:cxnSpLocks/>
          </p:cNvCxnSpPr>
          <p:nvPr/>
        </p:nvCxnSpPr>
        <p:spPr>
          <a:xfrm>
            <a:off x="0" y="3222045"/>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35" name="正方形/長方形 34">
            <a:extLst>
              <a:ext uri="{FF2B5EF4-FFF2-40B4-BE49-F238E27FC236}">
                <a16:creationId xmlns:a16="http://schemas.microsoft.com/office/drawing/2014/main" id="{B4A1F287-F0AF-A56F-960B-437FF7020917}"/>
              </a:ext>
            </a:extLst>
          </p:cNvPr>
          <p:cNvSpPr/>
          <p:nvPr/>
        </p:nvSpPr>
        <p:spPr>
          <a:xfrm>
            <a:off x="8965" y="3239975"/>
            <a:ext cx="188259" cy="50525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b="1" dirty="0"/>
          </a:p>
        </p:txBody>
      </p:sp>
      <p:sp>
        <p:nvSpPr>
          <p:cNvPr id="36" name="テキスト ボックス 35">
            <a:extLst>
              <a:ext uri="{FF2B5EF4-FFF2-40B4-BE49-F238E27FC236}">
                <a16:creationId xmlns:a16="http://schemas.microsoft.com/office/drawing/2014/main" id="{2F61671A-DD5D-0A31-6B3D-D96C063AF22F}"/>
              </a:ext>
            </a:extLst>
          </p:cNvPr>
          <p:cNvSpPr txBox="1"/>
          <p:nvPr/>
        </p:nvSpPr>
        <p:spPr>
          <a:xfrm>
            <a:off x="197224" y="3307937"/>
            <a:ext cx="2978701" cy="369332"/>
          </a:xfrm>
          <a:prstGeom prst="rect">
            <a:avLst/>
          </a:prstGeom>
          <a:noFill/>
        </p:spPr>
        <p:txBody>
          <a:bodyPr wrap="none" rtlCol="0">
            <a:spAutoFit/>
          </a:bodyPr>
          <a:lstStyle/>
          <a:p>
            <a:r>
              <a:rPr kumimoji="1" lang="ja-JP" altLang="en-US" b="1" dirty="0"/>
              <a:t>あべの橋方面　</a:t>
            </a:r>
            <a:r>
              <a:rPr kumimoji="1" lang="en-US" altLang="ja-JP" sz="1200" b="1" dirty="0"/>
              <a:t>For </a:t>
            </a:r>
            <a:r>
              <a:rPr kumimoji="1" lang="en-US" altLang="ja-JP" sz="1200" b="1" dirty="0" err="1"/>
              <a:t>Abenobashi</a:t>
            </a:r>
            <a:endParaRPr kumimoji="1" lang="ja-JP" altLang="en-US" dirty="0"/>
          </a:p>
        </p:txBody>
      </p:sp>
      <p:cxnSp>
        <p:nvCxnSpPr>
          <p:cNvPr id="37" name="直線コネクタ 36">
            <a:extLst>
              <a:ext uri="{FF2B5EF4-FFF2-40B4-BE49-F238E27FC236}">
                <a16:creationId xmlns:a16="http://schemas.microsoft.com/office/drawing/2014/main" id="{AAC18394-F387-0140-9771-C87909FB7BAE}"/>
              </a:ext>
            </a:extLst>
          </p:cNvPr>
          <p:cNvCxnSpPr>
            <a:cxnSpLocks/>
          </p:cNvCxnSpPr>
          <p:nvPr/>
        </p:nvCxnSpPr>
        <p:spPr>
          <a:xfrm>
            <a:off x="0" y="3745231"/>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6D7AEE00-AC74-F54E-16D0-BE375EEE1824}"/>
              </a:ext>
            </a:extLst>
          </p:cNvPr>
          <p:cNvCxnSpPr>
            <a:cxnSpLocks/>
          </p:cNvCxnSpPr>
          <p:nvPr/>
        </p:nvCxnSpPr>
        <p:spPr>
          <a:xfrm>
            <a:off x="0" y="4803064"/>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549C8BB-AABB-BE84-2D00-9CE5B20BC84C}"/>
              </a:ext>
            </a:extLst>
          </p:cNvPr>
          <p:cNvSpPr txBox="1"/>
          <p:nvPr/>
        </p:nvSpPr>
        <p:spPr>
          <a:xfrm>
            <a:off x="8965" y="3763158"/>
            <a:ext cx="1701107" cy="769441"/>
          </a:xfrm>
          <a:prstGeom prst="rect">
            <a:avLst/>
          </a:prstGeom>
          <a:noFill/>
        </p:spPr>
        <p:txBody>
          <a:bodyPr wrap="none" rtlCol="0">
            <a:spAutoFit/>
          </a:bodyPr>
          <a:lstStyle/>
          <a:p>
            <a:r>
              <a:rPr kumimoji="1" lang="en-US" altLang="ja-JP" sz="4400" b="1" dirty="0"/>
              <a:t>21:00</a:t>
            </a:r>
            <a:endParaRPr kumimoji="1" lang="ja-JP" altLang="en-US" sz="4400" b="1" dirty="0"/>
          </a:p>
        </p:txBody>
      </p:sp>
      <p:sp>
        <p:nvSpPr>
          <p:cNvPr id="41" name="テキスト ボックス 40">
            <a:extLst>
              <a:ext uri="{FF2B5EF4-FFF2-40B4-BE49-F238E27FC236}">
                <a16:creationId xmlns:a16="http://schemas.microsoft.com/office/drawing/2014/main" id="{4EB0742A-844E-C485-EAD0-5E686377061E}"/>
              </a:ext>
            </a:extLst>
          </p:cNvPr>
          <p:cNvSpPr txBox="1"/>
          <p:nvPr/>
        </p:nvSpPr>
        <p:spPr>
          <a:xfrm>
            <a:off x="2757808" y="3813192"/>
            <a:ext cx="1107996" cy="646331"/>
          </a:xfrm>
          <a:prstGeom prst="rect">
            <a:avLst/>
          </a:prstGeom>
          <a:noFill/>
        </p:spPr>
        <p:txBody>
          <a:bodyPr wrap="none" rtlCol="0">
            <a:spAutoFit/>
          </a:bodyPr>
          <a:lstStyle/>
          <a:p>
            <a:r>
              <a:rPr kumimoji="1" lang="ja-JP" altLang="en-US" dirty="0"/>
              <a:t>舎利寺</a:t>
            </a:r>
            <a:endParaRPr kumimoji="1" lang="en-US" altLang="ja-JP" dirty="0"/>
          </a:p>
          <a:p>
            <a:r>
              <a:rPr kumimoji="1" lang="ja-JP" altLang="en-US" dirty="0"/>
              <a:t>百済方面</a:t>
            </a:r>
            <a:endParaRPr kumimoji="1" lang="en-US" altLang="ja-JP" dirty="0"/>
          </a:p>
        </p:txBody>
      </p:sp>
      <p:sp>
        <p:nvSpPr>
          <p:cNvPr id="43" name="正方形/長方形 42">
            <a:extLst>
              <a:ext uri="{FF2B5EF4-FFF2-40B4-BE49-F238E27FC236}">
                <a16:creationId xmlns:a16="http://schemas.microsoft.com/office/drawing/2014/main" id="{6747B640-E11D-2D19-3FF8-35BD781EFCE7}"/>
              </a:ext>
            </a:extLst>
          </p:cNvPr>
          <p:cNvSpPr/>
          <p:nvPr/>
        </p:nvSpPr>
        <p:spPr>
          <a:xfrm>
            <a:off x="1710073" y="3813193"/>
            <a:ext cx="979337" cy="928802"/>
          </a:xfrm>
          <a:prstGeom prst="rec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13</a:t>
            </a:r>
            <a:endParaRPr kumimoji="1" lang="ja-JP" altLang="en-US" sz="3600" dirty="0"/>
          </a:p>
        </p:txBody>
      </p:sp>
      <p:sp>
        <p:nvSpPr>
          <p:cNvPr id="44" name="テキスト ボックス 43">
            <a:extLst>
              <a:ext uri="{FF2B5EF4-FFF2-40B4-BE49-F238E27FC236}">
                <a16:creationId xmlns:a16="http://schemas.microsoft.com/office/drawing/2014/main" id="{F33F4F78-BDA8-E8CE-56F5-D1370262A6FD}"/>
              </a:ext>
            </a:extLst>
          </p:cNvPr>
          <p:cNvSpPr txBox="1"/>
          <p:nvPr/>
        </p:nvSpPr>
        <p:spPr>
          <a:xfrm>
            <a:off x="2757808" y="4434217"/>
            <a:ext cx="949299" cy="276999"/>
          </a:xfrm>
          <a:prstGeom prst="rect">
            <a:avLst/>
          </a:prstGeom>
          <a:noFill/>
        </p:spPr>
        <p:txBody>
          <a:bodyPr wrap="none" rtlCol="0">
            <a:spAutoFit/>
          </a:bodyPr>
          <a:lstStyle/>
          <a:p>
            <a:r>
              <a:rPr kumimoji="1" lang="en-US" altLang="ja-JP" sz="1200" dirty="0"/>
              <a:t>Via </a:t>
            </a:r>
            <a:r>
              <a:rPr kumimoji="1" lang="en-US" altLang="ja-JP" sz="1200" dirty="0" err="1"/>
              <a:t>Kudara</a:t>
            </a:r>
            <a:endParaRPr kumimoji="1" lang="ja-JP" altLang="en-US" sz="1200" dirty="0"/>
          </a:p>
        </p:txBody>
      </p:sp>
      <p:sp>
        <p:nvSpPr>
          <p:cNvPr id="45" name="テキスト ボックス 44">
            <a:extLst>
              <a:ext uri="{FF2B5EF4-FFF2-40B4-BE49-F238E27FC236}">
                <a16:creationId xmlns:a16="http://schemas.microsoft.com/office/drawing/2014/main" id="{7CE82ED7-FF2D-59F3-4638-3C74AB482DC9}"/>
              </a:ext>
            </a:extLst>
          </p:cNvPr>
          <p:cNvSpPr txBox="1"/>
          <p:nvPr/>
        </p:nvSpPr>
        <p:spPr>
          <a:xfrm>
            <a:off x="4834448" y="3813192"/>
            <a:ext cx="1826141" cy="584775"/>
          </a:xfrm>
          <a:prstGeom prst="rect">
            <a:avLst/>
          </a:prstGeom>
          <a:noFill/>
        </p:spPr>
        <p:txBody>
          <a:bodyPr wrap="none" rtlCol="0">
            <a:spAutoFit/>
          </a:bodyPr>
          <a:lstStyle/>
          <a:p>
            <a:r>
              <a:rPr kumimoji="1" lang="ja-JP" altLang="en-US" sz="3200" dirty="0"/>
              <a:t>あべの橋</a:t>
            </a:r>
            <a:endParaRPr kumimoji="1" lang="en-US" altLang="ja-JP" sz="3200" dirty="0"/>
          </a:p>
        </p:txBody>
      </p:sp>
      <p:sp>
        <p:nvSpPr>
          <p:cNvPr id="46" name="テキスト ボックス 45">
            <a:extLst>
              <a:ext uri="{FF2B5EF4-FFF2-40B4-BE49-F238E27FC236}">
                <a16:creationId xmlns:a16="http://schemas.microsoft.com/office/drawing/2014/main" id="{12809DF1-43A7-7693-74B6-DEA0411D267B}"/>
              </a:ext>
            </a:extLst>
          </p:cNvPr>
          <p:cNvSpPr txBox="1"/>
          <p:nvPr/>
        </p:nvSpPr>
        <p:spPr>
          <a:xfrm>
            <a:off x="4956407" y="4434217"/>
            <a:ext cx="1300356" cy="276999"/>
          </a:xfrm>
          <a:prstGeom prst="rect">
            <a:avLst/>
          </a:prstGeom>
          <a:noFill/>
        </p:spPr>
        <p:txBody>
          <a:bodyPr wrap="none" rtlCol="0">
            <a:spAutoFit/>
          </a:bodyPr>
          <a:lstStyle/>
          <a:p>
            <a:r>
              <a:rPr kumimoji="1" lang="en-US" altLang="ja-JP" sz="1200" dirty="0"/>
              <a:t>For</a:t>
            </a:r>
            <a:r>
              <a:rPr kumimoji="1" lang="ja-JP" altLang="en-US" sz="1200" dirty="0"/>
              <a:t> </a:t>
            </a:r>
            <a:r>
              <a:rPr kumimoji="1" lang="en-US" altLang="ja-JP" sz="1200" dirty="0" err="1"/>
              <a:t>Abenobashi</a:t>
            </a:r>
            <a:endParaRPr kumimoji="1" lang="ja-JP" altLang="en-US" sz="1200" dirty="0"/>
          </a:p>
        </p:txBody>
      </p:sp>
      <p:cxnSp>
        <p:nvCxnSpPr>
          <p:cNvPr id="47" name="直線コネクタ 46">
            <a:extLst>
              <a:ext uri="{FF2B5EF4-FFF2-40B4-BE49-F238E27FC236}">
                <a16:creationId xmlns:a16="http://schemas.microsoft.com/office/drawing/2014/main" id="{9D36E814-05E0-1069-C1A5-CF5017A68675}"/>
              </a:ext>
            </a:extLst>
          </p:cNvPr>
          <p:cNvCxnSpPr>
            <a:cxnSpLocks/>
          </p:cNvCxnSpPr>
          <p:nvPr/>
        </p:nvCxnSpPr>
        <p:spPr>
          <a:xfrm>
            <a:off x="0" y="4809055"/>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8" name="正方形/長方形 47">
            <a:extLst>
              <a:ext uri="{FF2B5EF4-FFF2-40B4-BE49-F238E27FC236}">
                <a16:creationId xmlns:a16="http://schemas.microsoft.com/office/drawing/2014/main" id="{52A9E947-E529-2C59-206A-D12ADABD9578}"/>
              </a:ext>
            </a:extLst>
          </p:cNvPr>
          <p:cNvSpPr/>
          <p:nvPr/>
        </p:nvSpPr>
        <p:spPr>
          <a:xfrm>
            <a:off x="8965" y="4826985"/>
            <a:ext cx="188259" cy="5052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b="1" dirty="0"/>
          </a:p>
        </p:txBody>
      </p:sp>
      <p:sp>
        <p:nvSpPr>
          <p:cNvPr id="49" name="テキスト ボックス 48">
            <a:extLst>
              <a:ext uri="{FF2B5EF4-FFF2-40B4-BE49-F238E27FC236}">
                <a16:creationId xmlns:a16="http://schemas.microsoft.com/office/drawing/2014/main" id="{DBF1A715-54C8-0525-6102-C7F950D336B6}"/>
              </a:ext>
            </a:extLst>
          </p:cNvPr>
          <p:cNvSpPr txBox="1"/>
          <p:nvPr/>
        </p:nvSpPr>
        <p:spPr>
          <a:xfrm>
            <a:off x="197224" y="4894947"/>
            <a:ext cx="6825908" cy="369332"/>
          </a:xfrm>
          <a:prstGeom prst="rect">
            <a:avLst/>
          </a:prstGeom>
          <a:noFill/>
        </p:spPr>
        <p:txBody>
          <a:bodyPr wrap="none" rtlCol="0">
            <a:spAutoFit/>
          </a:bodyPr>
          <a:lstStyle/>
          <a:p>
            <a:r>
              <a:rPr kumimoji="1" lang="ja-JP" altLang="en-US" b="1" dirty="0"/>
              <a:t>いまざとライナー　地下鉄今里方面　</a:t>
            </a:r>
            <a:r>
              <a:rPr kumimoji="1" lang="en-US" altLang="ja-JP" sz="1200" b="1" dirty="0" err="1"/>
              <a:t>Imazato</a:t>
            </a:r>
            <a:r>
              <a:rPr kumimoji="1" lang="en-US" altLang="ja-JP" sz="1200" b="1" dirty="0"/>
              <a:t> Liner</a:t>
            </a:r>
            <a:r>
              <a:rPr kumimoji="1" lang="ja-JP" altLang="en-US" sz="1200" b="1" dirty="0"/>
              <a:t>　</a:t>
            </a:r>
            <a:r>
              <a:rPr kumimoji="1" lang="en-US" altLang="ja-JP" sz="1200" b="1" dirty="0"/>
              <a:t>For Subway </a:t>
            </a:r>
            <a:r>
              <a:rPr kumimoji="1" lang="en-US" altLang="ja-JP" sz="1200" b="1" dirty="0" err="1"/>
              <a:t>Imazato</a:t>
            </a:r>
            <a:endParaRPr kumimoji="1" lang="ja-JP" altLang="en-US" dirty="0"/>
          </a:p>
        </p:txBody>
      </p:sp>
      <p:cxnSp>
        <p:nvCxnSpPr>
          <p:cNvPr id="50" name="直線コネクタ 49">
            <a:extLst>
              <a:ext uri="{FF2B5EF4-FFF2-40B4-BE49-F238E27FC236}">
                <a16:creationId xmlns:a16="http://schemas.microsoft.com/office/drawing/2014/main" id="{A576F67A-0799-836D-EB8F-A24DEAC89480}"/>
              </a:ext>
            </a:extLst>
          </p:cNvPr>
          <p:cNvCxnSpPr>
            <a:cxnSpLocks/>
          </p:cNvCxnSpPr>
          <p:nvPr/>
        </p:nvCxnSpPr>
        <p:spPr>
          <a:xfrm>
            <a:off x="0" y="5332241"/>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51" name="テキスト ボックス 50">
            <a:extLst>
              <a:ext uri="{FF2B5EF4-FFF2-40B4-BE49-F238E27FC236}">
                <a16:creationId xmlns:a16="http://schemas.microsoft.com/office/drawing/2014/main" id="{C40863EA-35A4-6D50-1CE9-143190CB0204}"/>
              </a:ext>
            </a:extLst>
          </p:cNvPr>
          <p:cNvSpPr txBox="1"/>
          <p:nvPr/>
        </p:nvSpPr>
        <p:spPr>
          <a:xfrm>
            <a:off x="114271" y="5821062"/>
            <a:ext cx="1338828" cy="369332"/>
          </a:xfrm>
          <a:prstGeom prst="rect">
            <a:avLst/>
          </a:prstGeom>
          <a:noFill/>
        </p:spPr>
        <p:txBody>
          <a:bodyPr wrap="none" rtlCol="0">
            <a:spAutoFit/>
          </a:bodyPr>
          <a:lstStyle/>
          <a:p>
            <a:r>
              <a:rPr kumimoji="1" lang="ja-JP" altLang="en-US" dirty="0"/>
              <a:t>田島五丁目</a:t>
            </a:r>
          </a:p>
        </p:txBody>
      </p:sp>
      <p:sp>
        <p:nvSpPr>
          <p:cNvPr id="52" name="テキスト ボックス 51">
            <a:extLst>
              <a:ext uri="{FF2B5EF4-FFF2-40B4-BE49-F238E27FC236}">
                <a16:creationId xmlns:a16="http://schemas.microsoft.com/office/drawing/2014/main" id="{BEBFF9E8-CFAE-B979-5930-9ED8909E6D7B}"/>
              </a:ext>
            </a:extLst>
          </p:cNvPr>
          <p:cNvSpPr txBox="1"/>
          <p:nvPr/>
        </p:nvSpPr>
        <p:spPr>
          <a:xfrm>
            <a:off x="114271" y="6301711"/>
            <a:ext cx="877163" cy="369332"/>
          </a:xfrm>
          <a:prstGeom prst="rect">
            <a:avLst/>
          </a:prstGeom>
          <a:noFill/>
        </p:spPr>
        <p:txBody>
          <a:bodyPr wrap="none" rtlCol="0">
            <a:spAutoFit/>
          </a:bodyPr>
          <a:lstStyle/>
          <a:p>
            <a:r>
              <a:rPr kumimoji="1" lang="ja-JP" altLang="en-US" dirty="0"/>
              <a:t>大池橋</a:t>
            </a:r>
          </a:p>
        </p:txBody>
      </p:sp>
      <p:sp>
        <p:nvSpPr>
          <p:cNvPr id="54" name="テキスト ボックス 53">
            <a:extLst>
              <a:ext uri="{FF2B5EF4-FFF2-40B4-BE49-F238E27FC236}">
                <a16:creationId xmlns:a16="http://schemas.microsoft.com/office/drawing/2014/main" id="{373CC69B-46BF-8A6B-59F1-D537B7D06149}"/>
              </a:ext>
            </a:extLst>
          </p:cNvPr>
          <p:cNvSpPr txBox="1"/>
          <p:nvPr/>
        </p:nvSpPr>
        <p:spPr>
          <a:xfrm>
            <a:off x="1616875" y="6224767"/>
            <a:ext cx="1148071" cy="523220"/>
          </a:xfrm>
          <a:prstGeom prst="rect">
            <a:avLst/>
          </a:prstGeom>
          <a:noFill/>
        </p:spPr>
        <p:txBody>
          <a:bodyPr wrap="none" rtlCol="0">
            <a:spAutoFit/>
          </a:bodyPr>
          <a:lstStyle/>
          <a:p>
            <a:r>
              <a:rPr kumimoji="1" lang="en-US" altLang="ja-JP" sz="2800" b="1" dirty="0"/>
              <a:t>20:18</a:t>
            </a:r>
            <a:endParaRPr kumimoji="1" lang="ja-JP" altLang="en-US" sz="2800" b="1" dirty="0"/>
          </a:p>
        </p:txBody>
      </p:sp>
      <p:sp>
        <p:nvSpPr>
          <p:cNvPr id="55" name="テキスト ボックス 54">
            <a:extLst>
              <a:ext uri="{FF2B5EF4-FFF2-40B4-BE49-F238E27FC236}">
                <a16:creationId xmlns:a16="http://schemas.microsoft.com/office/drawing/2014/main" id="{01596EE8-72F8-0289-85AD-7499BE1F2D53}"/>
              </a:ext>
            </a:extLst>
          </p:cNvPr>
          <p:cNvSpPr txBox="1"/>
          <p:nvPr/>
        </p:nvSpPr>
        <p:spPr>
          <a:xfrm>
            <a:off x="4051883" y="5821062"/>
            <a:ext cx="1338828" cy="369332"/>
          </a:xfrm>
          <a:prstGeom prst="rect">
            <a:avLst/>
          </a:prstGeom>
          <a:noFill/>
        </p:spPr>
        <p:txBody>
          <a:bodyPr wrap="none" rtlCol="0">
            <a:spAutoFit/>
          </a:bodyPr>
          <a:lstStyle/>
          <a:p>
            <a:r>
              <a:rPr kumimoji="1" lang="ja-JP" altLang="en-US" dirty="0"/>
              <a:t>田島五丁目</a:t>
            </a:r>
          </a:p>
        </p:txBody>
      </p:sp>
      <p:sp>
        <p:nvSpPr>
          <p:cNvPr id="56" name="テキスト ボックス 55">
            <a:extLst>
              <a:ext uri="{FF2B5EF4-FFF2-40B4-BE49-F238E27FC236}">
                <a16:creationId xmlns:a16="http://schemas.microsoft.com/office/drawing/2014/main" id="{E4FC4BD8-48B4-6186-573B-2F9355841555}"/>
              </a:ext>
            </a:extLst>
          </p:cNvPr>
          <p:cNvSpPr txBox="1"/>
          <p:nvPr/>
        </p:nvSpPr>
        <p:spPr>
          <a:xfrm>
            <a:off x="4051883" y="6301711"/>
            <a:ext cx="877163" cy="369332"/>
          </a:xfrm>
          <a:prstGeom prst="rect">
            <a:avLst/>
          </a:prstGeom>
          <a:noFill/>
        </p:spPr>
        <p:txBody>
          <a:bodyPr wrap="none" rtlCol="0">
            <a:spAutoFit/>
          </a:bodyPr>
          <a:lstStyle/>
          <a:p>
            <a:r>
              <a:rPr kumimoji="1" lang="ja-JP" altLang="en-US" dirty="0"/>
              <a:t>大池橋</a:t>
            </a:r>
          </a:p>
        </p:txBody>
      </p:sp>
      <p:sp>
        <p:nvSpPr>
          <p:cNvPr id="57" name="テキスト ボックス 56">
            <a:extLst>
              <a:ext uri="{FF2B5EF4-FFF2-40B4-BE49-F238E27FC236}">
                <a16:creationId xmlns:a16="http://schemas.microsoft.com/office/drawing/2014/main" id="{8B9A1B9E-EC3E-42B1-BB9D-EA4AC64FBE3E}"/>
              </a:ext>
            </a:extLst>
          </p:cNvPr>
          <p:cNvSpPr txBox="1"/>
          <p:nvPr/>
        </p:nvSpPr>
        <p:spPr>
          <a:xfrm>
            <a:off x="5554487" y="5743631"/>
            <a:ext cx="1148071" cy="523220"/>
          </a:xfrm>
          <a:prstGeom prst="rect">
            <a:avLst/>
          </a:prstGeom>
          <a:noFill/>
        </p:spPr>
        <p:txBody>
          <a:bodyPr wrap="none" rtlCol="0">
            <a:spAutoFit/>
          </a:bodyPr>
          <a:lstStyle/>
          <a:p>
            <a:r>
              <a:rPr kumimoji="1" lang="en-US" altLang="ja-JP" sz="2800" b="1" dirty="0"/>
              <a:t>20:28</a:t>
            </a:r>
            <a:endParaRPr kumimoji="1" lang="ja-JP" altLang="en-US" sz="2800" b="1" dirty="0"/>
          </a:p>
        </p:txBody>
      </p:sp>
      <p:sp>
        <p:nvSpPr>
          <p:cNvPr id="58" name="テキスト ボックス 57">
            <a:extLst>
              <a:ext uri="{FF2B5EF4-FFF2-40B4-BE49-F238E27FC236}">
                <a16:creationId xmlns:a16="http://schemas.microsoft.com/office/drawing/2014/main" id="{14D30D6C-DBEB-6EA7-CDCF-E14653DC4EB2}"/>
              </a:ext>
            </a:extLst>
          </p:cNvPr>
          <p:cNvSpPr txBox="1"/>
          <p:nvPr/>
        </p:nvSpPr>
        <p:spPr>
          <a:xfrm>
            <a:off x="5554487" y="6224767"/>
            <a:ext cx="1148071" cy="523220"/>
          </a:xfrm>
          <a:prstGeom prst="rect">
            <a:avLst/>
          </a:prstGeom>
          <a:noFill/>
        </p:spPr>
        <p:txBody>
          <a:bodyPr wrap="none" rtlCol="0">
            <a:spAutoFit/>
          </a:bodyPr>
          <a:lstStyle/>
          <a:p>
            <a:r>
              <a:rPr kumimoji="1" lang="en-US" altLang="ja-JP" sz="2800" b="1" dirty="0"/>
              <a:t>20:35</a:t>
            </a:r>
            <a:endParaRPr kumimoji="1" lang="ja-JP" altLang="en-US" sz="2800" b="1" dirty="0"/>
          </a:p>
        </p:txBody>
      </p:sp>
      <p:sp>
        <p:nvSpPr>
          <p:cNvPr id="59" name="テキスト ボックス 58">
            <a:extLst>
              <a:ext uri="{FF2B5EF4-FFF2-40B4-BE49-F238E27FC236}">
                <a16:creationId xmlns:a16="http://schemas.microsoft.com/office/drawing/2014/main" id="{3F96A693-4DF6-8ACB-52E3-CC1CB4665603}"/>
              </a:ext>
            </a:extLst>
          </p:cNvPr>
          <p:cNvSpPr txBox="1"/>
          <p:nvPr/>
        </p:nvSpPr>
        <p:spPr>
          <a:xfrm>
            <a:off x="-9562" y="5405765"/>
            <a:ext cx="3647152" cy="369332"/>
          </a:xfrm>
          <a:prstGeom prst="rect">
            <a:avLst/>
          </a:prstGeom>
          <a:noFill/>
        </p:spPr>
        <p:txBody>
          <a:bodyPr wrap="none" rtlCol="0">
            <a:spAutoFit/>
          </a:bodyPr>
          <a:lstStyle/>
          <a:p>
            <a:r>
              <a:rPr kumimoji="1" lang="en-US" altLang="ja-JP" dirty="0">
                <a:solidFill>
                  <a:srgbClr val="FF0000"/>
                </a:solidFill>
              </a:rPr>
              <a:t>【</a:t>
            </a:r>
            <a:r>
              <a:rPr kumimoji="1" lang="ja-JP" altLang="en-US" dirty="0">
                <a:solidFill>
                  <a:srgbClr val="FF0000"/>
                </a:solidFill>
              </a:rPr>
              <a:t>先発</a:t>
            </a:r>
            <a:r>
              <a:rPr kumimoji="1" lang="en-US" altLang="ja-JP" dirty="0">
                <a:solidFill>
                  <a:srgbClr val="FF0000"/>
                </a:solidFill>
              </a:rPr>
              <a:t>】</a:t>
            </a:r>
            <a:r>
              <a:rPr kumimoji="1" lang="ja-JP" altLang="en-US" dirty="0"/>
              <a:t>今里・神路公園方面行き</a:t>
            </a:r>
          </a:p>
        </p:txBody>
      </p:sp>
      <p:sp>
        <p:nvSpPr>
          <p:cNvPr id="60" name="テキスト ボックス 59">
            <a:extLst>
              <a:ext uri="{FF2B5EF4-FFF2-40B4-BE49-F238E27FC236}">
                <a16:creationId xmlns:a16="http://schemas.microsoft.com/office/drawing/2014/main" id="{F7E0883E-5EB3-CE95-5048-F58E62856728}"/>
              </a:ext>
            </a:extLst>
          </p:cNvPr>
          <p:cNvSpPr txBox="1"/>
          <p:nvPr/>
        </p:nvSpPr>
        <p:spPr>
          <a:xfrm>
            <a:off x="3913737" y="5405765"/>
            <a:ext cx="3647152" cy="369332"/>
          </a:xfrm>
          <a:prstGeom prst="rect">
            <a:avLst/>
          </a:prstGeom>
          <a:noFill/>
        </p:spPr>
        <p:txBody>
          <a:bodyPr wrap="none" rtlCol="0">
            <a:spAutoFit/>
          </a:bodyPr>
          <a:lstStyle/>
          <a:p>
            <a:r>
              <a:rPr kumimoji="1" lang="en-US" altLang="ja-JP" dirty="0"/>
              <a:t>【</a:t>
            </a:r>
            <a:r>
              <a:rPr kumimoji="1" lang="ja-JP" altLang="en-US" dirty="0"/>
              <a:t>次発</a:t>
            </a:r>
            <a:r>
              <a:rPr kumimoji="1" lang="en-US" altLang="ja-JP" dirty="0"/>
              <a:t>】</a:t>
            </a:r>
            <a:r>
              <a:rPr kumimoji="1" lang="ja-JP" altLang="en-US" dirty="0"/>
              <a:t>今里・神路公園方面行き</a:t>
            </a:r>
          </a:p>
        </p:txBody>
      </p:sp>
      <p:cxnSp>
        <p:nvCxnSpPr>
          <p:cNvPr id="3" name="直線コネクタ 2">
            <a:extLst>
              <a:ext uri="{FF2B5EF4-FFF2-40B4-BE49-F238E27FC236}">
                <a16:creationId xmlns:a16="http://schemas.microsoft.com/office/drawing/2014/main" id="{20EE8DFC-9A74-0F01-93FC-56D8D247F07A}"/>
              </a:ext>
            </a:extLst>
          </p:cNvPr>
          <p:cNvCxnSpPr>
            <a:cxnSpLocks/>
          </p:cNvCxnSpPr>
          <p:nvPr/>
        </p:nvCxnSpPr>
        <p:spPr>
          <a:xfrm>
            <a:off x="7709647" y="6352743"/>
            <a:ext cx="448235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6D4FF185-7E3A-9B53-F706-FEDCD1A1DE0C}"/>
              </a:ext>
            </a:extLst>
          </p:cNvPr>
          <p:cNvSpPr txBox="1"/>
          <p:nvPr/>
        </p:nvSpPr>
        <p:spPr>
          <a:xfrm>
            <a:off x="7751616" y="6438634"/>
            <a:ext cx="4108817" cy="369332"/>
          </a:xfrm>
          <a:prstGeom prst="rect">
            <a:avLst/>
          </a:prstGeom>
          <a:noFill/>
        </p:spPr>
        <p:txBody>
          <a:bodyPr wrap="none" rtlCol="0">
            <a:spAutoFit/>
          </a:bodyPr>
          <a:lstStyle/>
          <a:p>
            <a:r>
              <a:rPr kumimoji="1" lang="ja-JP" altLang="en-US" dirty="0"/>
              <a:t>地震情報・天気予報エリア（通常時）</a:t>
            </a:r>
          </a:p>
        </p:txBody>
      </p:sp>
    </p:spTree>
    <p:extLst>
      <p:ext uri="{BB962C8B-B14F-4D97-AF65-F5344CB8AC3E}">
        <p14:creationId xmlns:p14="http://schemas.microsoft.com/office/powerpoint/2010/main" val="280028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50BA6-CC79-97D0-B395-728F8B197C8D}"/>
            </a:ext>
          </a:extLst>
        </p:cNvPr>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4C6B5505-B7C2-E270-D70A-FAC0D0FA840F}"/>
              </a:ext>
            </a:extLst>
          </p:cNvPr>
          <p:cNvCxnSpPr/>
          <p:nvPr/>
        </p:nvCxnSpPr>
        <p:spPr>
          <a:xfrm>
            <a:off x="7709647" y="0"/>
            <a:ext cx="0" cy="685800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BE126A4D-C5E7-F93C-346D-7E53B65D538A}"/>
              </a:ext>
            </a:extLst>
          </p:cNvPr>
          <p:cNvSpPr txBox="1"/>
          <p:nvPr/>
        </p:nvSpPr>
        <p:spPr>
          <a:xfrm>
            <a:off x="8346142" y="1861387"/>
            <a:ext cx="3212739" cy="1446550"/>
          </a:xfrm>
          <a:prstGeom prst="rect">
            <a:avLst/>
          </a:prstGeom>
          <a:noFill/>
        </p:spPr>
        <p:txBody>
          <a:bodyPr wrap="none" rtlCol="0">
            <a:spAutoFit/>
          </a:bodyPr>
          <a:lstStyle/>
          <a:p>
            <a:r>
              <a:rPr kumimoji="1" lang="en-US" altLang="ja-JP" sz="8800" b="1" dirty="0"/>
              <a:t>20:13</a:t>
            </a:r>
            <a:endParaRPr kumimoji="1" lang="ja-JP" altLang="en-US" sz="8800" b="1" dirty="0"/>
          </a:p>
        </p:txBody>
      </p:sp>
      <p:sp>
        <p:nvSpPr>
          <p:cNvPr id="7" name="テキスト ボックス 6">
            <a:extLst>
              <a:ext uri="{FF2B5EF4-FFF2-40B4-BE49-F238E27FC236}">
                <a16:creationId xmlns:a16="http://schemas.microsoft.com/office/drawing/2014/main" id="{46F0919D-17BA-6349-B66B-CBA5F5A3E3D6}"/>
              </a:ext>
            </a:extLst>
          </p:cNvPr>
          <p:cNvSpPr txBox="1"/>
          <p:nvPr/>
        </p:nvSpPr>
        <p:spPr>
          <a:xfrm>
            <a:off x="8488007" y="3107882"/>
            <a:ext cx="2929007" cy="400110"/>
          </a:xfrm>
          <a:prstGeom prst="rect">
            <a:avLst/>
          </a:prstGeom>
          <a:noFill/>
        </p:spPr>
        <p:txBody>
          <a:bodyPr wrap="none" rtlCol="0">
            <a:spAutoFit/>
          </a:bodyPr>
          <a:lstStyle/>
          <a:p>
            <a:r>
              <a:rPr kumimoji="1" lang="en-US" altLang="ja-JP" sz="2000" b="1" dirty="0"/>
              <a:t>2026</a:t>
            </a:r>
            <a:r>
              <a:rPr kumimoji="1" lang="ja-JP" altLang="en-US" sz="2000" b="1" dirty="0"/>
              <a:t>年</a:t>
            </a:r>
            <a:r>
              <a:rPr kumimoji="1" lang="en-US" altLang="ja-JP" sz="2000" b="1" dirty="0"/>
              <a:t>03</a:t>
            </a:r>
            <a:r>
              <a:rPr kumimoji="1" lang="ja-JP" altLang="en-US" sz="2000" b="1" dirty="0"/>
              <a:t>月</a:t>
            </a:r>
            <a:r>
              <a:rPr kumimoji="1" lang="en-US" altLang="ja-JP" sz="2000" b="1" dirty="0"/>
              <a:t>28</a:t>
            </a:r>
            <a:r>
              <a:rPr kumimoji="1" lang="ja-JP" altLang="en-US" sz="2000" b="1" dirty="0"/>
              <a:t>日（土）</a:t>
            </a:r>
          </a:p>
        </p:txBody>
      </p:sp>
      <p:cxnSp>
        <p:nvCxnSpPr>
          <p:cNvPr id="8" name="直線コネクタ 7">
            <a:extLst>
              <a:ext uri="{FF2B5EF4-FFF2-40B4-BE49-F238E27FC236}">
                <a16:creationId xmlns:a16="http://schemas.microsoft.com/office/drawing/2014/main" id="{8E2A5916-328F-EC5D-2799-7B85B0B7F6F8}"/>
              </a:ext>
            </a:extLst>
          </p:cNvPr>
          <p:cNvCxnSpPr>
            <a:cxnSpLocks/>
          </p:cNvCxnSpPr>
          <p:nvPr/>
        </p:nvCxnSpPr>
        <p:spPr>
          <a:xfrm>
            <a:off x="0" y="505257"/>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FD7B0403-3047-C281-484C-8F3BDC8D8634}"/>
              </a:ext>
            </a:extLst>
          </p:cNvPr>
          <p:cNvSpPr txBox="1"/>
          <p:nvPr/>
        </p:nvSpPr>
        <p:spPr>
          <a:xfrm>
            <a:off x="-1" y="71718"/>
            <a:ext cx="3607078" cy="369332"/>
          </a:xfrm>
          <a:prstGeom prst="rect">
            <a:avLst/>
          </a:prstGeom>
          <a:noFill/>
        </p:spPr>
        <p:txBody>
          <a:bodyPr wrap="none" rtlCol="0">
            <a:spAutoFit/>
          </a:bodyPr>
          <a:lstStyle/>
          <a:p>
            <a:r>
              <a:rPr kumimoji="1" lang="ja-JP" altLang="en-US" b="1" dirty="0"/>
              <a:t>田島三丁目　　</a:t>
            </a:r>
            <a:r>
              <a:rPr kumimoji="1" lang="en-US" altLang="ja-JP" b="1" dirty="0"/>
              <a:t>Tajima 3-chome</a:t>
            </a:r>
            <a:endParaRPr kumimoji="1" lang="ja-JP" altLang="en-US" dirty="0"/>
          </a:p>
        </p:txBody>
      </p:sp>
      <p:sp>
        <p:nvSpPr>
          <p:cNvPr id="13" name="正方形/長方形 12">
            <a:extLst>
              <a:ext uri="{FF2B5EF4-FFF2-40B4-BE49-F238E27FC236}">
                <a16:creationId xmlns:a16="http://schemas.microsoft.com/office/drawing/2014/main" id="{D83842AB-9B6E-C055-F183-0F855F7F1717}"/>
              </a:ext>
            </a:extLst>
          </p:cNvPr>
          <p:cNvSpPr/>
          <p:nvPr/>
        </p:nvSpPr>
        <p:spPr>
          <a:xfrm>
            <a:off x="8965" y="523187"/>
            <a:ext cx="188259" cy="50525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b="1" dirty="0"/>
          </a:p>
        </p:txBody>
      </p:sp>
      <p:sp>
        <p:nvSpPr>
          <p:cNvPr id="14" name="テキスト ボックス 13">
            <a:extLst>
              <a:ext uri="{FF2B5EF4-FFF2-40B4-BE49-F238E27FC236}">
                <a16:creationId xmlns:a16="http://schemas.microsoft.com/office/drawing/2014/main" id="{874F96A5-D826-82EA-6EF3-D44A0EAD5ADC}"/>
              </a:ext>
            </a:extLst>
          </p:cNvPr>
          <p:cNvSpPr txBox="1"/>
          <p:nvPr/>
        </p:nvSpPr>
        <p:spPr>
          <a:xfrm>
            <a:off x="197224" y="591149"/>
            <a:ext cx="6774611" cy="369332"/>
          </a:xfrm>
          <a:prstGeom prst="rect">
            <a:avLst/>
          </a:prstGeom>
          <a:noFill/>
        </p:spPr>
        <p:txBody>
          <a:bodyPr wrap="none" rtlCol="0">
            <a:spAutoFit/>
          </a:bodyPr>
          <a:lstStyle/>
          <a:p>
            <a:r>
              <a:rPr kumimoji="1" lang="ja-JP" altLang="en-US" b="1" dirty="0"/>
              <a:t>大池橋・地下鉄今里・なんば方面　</a:t>
            </a:r>
            <a:r>
              <a:rPr kumimoji="1" lang="en-US" altLang="ja-JP" sz="1200" b="1" dirty="0"/>
              <a:t>For </a:t>
            </a:r>
            <a:r>
              <a:rPr kumimoji="1" lang="en-US" altLang="ja-JP" sz="1200" b="1" dirty="0" err="1"/>
              <a:t>Oikebashi</a:t>
            </a:r>
            <a:r>
              <a:rPr kumimoji="1" lang="en-US" altLang="ja-JP" sz="1200" b="1" dirty="0"/>
              <a:t> Subway </a:t>
            </a:r>
            <a:r>
              <a:rPr kumimoji="1" lang="en-US" altLang="ja-JP" sz="1200" b="1" dirty="0" err="1"/>
              <a:t>Imazato</a:t>
            </a:r>
            <a:r>
              <a:rPr kumimoji="1" lang="en-US" altLang="ja-JP" sz="1200" b="1" dirty="0"/>
              <a:t> Namba</a:t>
            </a:r>
            <a:endParaRPr kumimoji="1" lang="ja-JP" altLang="en-US" dirty="0"/>
          </a:p>
        </p:txBody>
      </p:sp>
      <p:cxnSp>
        <p:nvCxnSpPr>
          <p:cNvPr id="16" name="直線コネクタ 15">
            <a:extLst>
              <a:ext uri="{FF2B5EF4-FFF2-40B4-BE49-F238E27FC236}">
                <a16:creationId xmlns:a16="http://schemas.microsoft.com/office/drawing/2014/main" id="{29C0E6EB-C535-714E-CA68-D3643ED03C79}"/>
              </a:ext>
            </a:extLst>
          </p:cNvPr>
          <p:cNvCxnSpPr>
            <a:cxnSpLocks/>
          </p:cNvCxnSpPr>
          <p:nvPr/>
        </p:nvCxnSpPr>
        <p:spPr>
          <a:xfrm>
            <a:off x="0" y="1028443"/>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098D7AC7-CA0B-1F32-B4E9-8EE35D07F3C5}"/>
              </a:ext>
            </a:extLst>
          </p:cNvPr>
          <p:cNvCxnSpPr>
            <a:cxnSpLocks/>
          </p:cNvCxnSpPr>
          <p:nvPr/>
        </p:nvCxnSpPr>
        <p:spPr>
          <a:xfrm>
            <a:off x="0" y="2086278"/>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BF17A30E-DDF5-26B5-609D-016391A555CF}"/>
              </a:ext>
            </a:extLst>
          </p:cNvPr>
          <p:cNvCxnSpPr>
            <a:cxnSpLocks/>
          </p:cNvCxnSpPr>
          <p:nvPr/>
        </p:nvCxnSpPr>
        <p:spPr>
          <a:xfrm>
            <a:off x="0" y="3215831"/>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63F48AB3-5D82-BC0F-BB4E-B5BDD39368A6}"/>
              </a:ext>
            </a:extLst>
          </p:cNvPr>
          <p:cNvSpPr txBox="1"/>
          <p:nvPr/>
        </p:nvSpPr>
        <p:spPr>
          <a:xfrm>
            <a:off x="8965" y="1046372"/>
            <a:ext cx="1701107" cy="769441"/>
          </a:xfrm>
          <a:prstGeom prst="rect">
            <a:avLst/>
          </a:prstGeom>
          <a:noFill/>
        </p:spPr>
        <p:txBody>
          <a:bodyPr wrap="none" rtlCol="0">
            <a:spAutoFit/>
          </a:bodyPr>
          <a:lstStyle/>
          <a:p>
            <a:r>
              <a:rPr kumimoji="1" lang="en-US" altLang="ja-JP" sz="4400" b="1" dirty="0"/>
              <a:t>20:15</a:t>
            </a:r>
            <a:endParaRPr kumimoji="1" lang="ja-JP" altLang="en-US" sz="4400" b="1" dirty="0"/>
          </a:p>
        </p:txBody>
      </p:sp>
      <p:sp>
        <p:nvSpPr>
          <p:cNvPr id="20" name="テキスト ボックス 19">
            <a:extLst>
              <a:ext uri="{FF2B5EF4-FFF2-40B4-BE49-F238E27FC236}">
                <a16:creationId xmlns:a16="http://schemas.microsoft.com/office/drawing/2014/main" id="{675613B9-AA6D-5056-9346-6464B924E08B}"/>
              </a:ext>
            </a:extLst>
          </p:cNvPr>
          <p:cNvSpPr txBox="1"/>
          <p:nvPr/>
        </p:nvSpPr>
        <p:spPr>
          <a:xfrm>
            <a:off x="2757808" y="1096406"/>
            <a:ext cx="1338828" cy="646331"/>
          </a:xfrm>
          <a:prstGeom prst="rect">
            <a:avLst/>
          </a:prstGeom>
          <a:noFill/>
        </p:spPr>
        <p:txBody>
          <a:bodyPr wrap="none" rtlCol="0">
            <a:spAutoFit/>
          </a:bodyPr>
          <a:lstStyle/>
          <a:p>
            <a:r>
              <a:rPr kumimoji="1" lang="ja-JP" altLang="en-US" dirty="0"/>
              <a:t>地下鉄今里</a:t>
            </a:r>
            <a:endParaRPr kumimoji="1" lang="en-US" altLang="ja-JP" dirty="0"/>
          </a:p>
          <a:p>
            <a:r>
              <a:rPr kumimoji="1" lang="ja-JP" altLang="en-US" dirty="0"/>
              <a:t>玉造方面</a:t>
            </a:r>
            <a:endParaRPr kumimoji="1" lang="en-US" altLang="ja-JP" dirty="0"/>
          </a:p>
        </p:txBody>
      </p:sp>
      <p:sp>
        <p:nvSpPr>
          <p:cNvPr id="21" name="テキスト ボックス 20">
            <a:extLst>
              <a:ext uri="{FF2B5EF4-FFF2-40B4-BE49-F238E27FC236}">
                <a16:creationId xmlns:a16="http://schemas.microsoft.com/office/drawing/2014/main" id="{EBAA89E2-7AAD-302F-CA08-4579FD3C75BC}"/>
              </a:ext>
            </a:extLst>
          </p:cNvPr>
          <p:cNvSpPr txBox="1"/>
          <p:nvPr/>
        </p:nvSpPr>
        <p:spPr>
          <a:xfrm>
            <a:off x="372355" y="1717431"/>
            <a:ext cx="902811" cy="307777"/>
          </a:xfrm>
          <a:prstGeom prst="rect">
            <a:avLst/>
          </a:prstGeom>
          <a:noFill/>
        </p:spPr>
        <p:txBody>
          <a:bodyPr wrap="none" rtlCol="0">
            <a:spAutoFit/>
          </a:bodyPr>
          <a:lstStyle/>
          <a:p>
            <a:r>
              <a:rPr kumimoji="1" lang="ja-JP" altLang="en-US" sz="1400" dirty="0">
                <a:solidFill>
                  <a:srgbClr val="FF0000"/>
                </a:solidFill>
              </a:rPr>
              <a:t>まもなく</a:t>
            </a:r>
          </a:p>
        </p:txBody>
      </p:sp>
      <p:sp>
        <p:nvSpPr>
          <p:cNvPr id="22" name="正方形/長方形 21">
            <a:extLst>
              <a:ext uri="{FF2B5EF4-FFF2-40B4-BE49-F238E27FC236}">
                <a16:creationId xmlns:a16="http://schemas.microsoft.com/office/drawing/2014/main" id="{913F698A-A609-65BA-4405-20B6B1685838}"/>
              </a:ext>
            </a:extLst>
          </p:cNvPr>
          <p:cNvSpPr/>
          <p:nvPr/>
        </p:nvSpPr>
        <p:spPr>
          <a:xfrm>
            <a:off x="1710073" y="1096407"/>
            <a:ext cx="979337" cy="928802"/>
          </a:xfrm>
          <a:prstGeom prst="rec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85</a:t>
            </a:r>
            <a:endParaRPr kumimoji="1" lang="ja-JP" altLang="en-US" sz="3600" dirty="0"/>
          </a:p>
        </p:txBody>
      </p:sp>
      <p:sp>
        <p:nvSpPr>
          <p:cNvPr id="23" name="テキスト ボックス 22">
            <a:extLst>
              <a:ext uri="{FF2B5EF4-FFF2-40B4-BE49-F238E27FC236}">
                <a16:creationId xmlns:a16="http://schemas.microsoft.com/office/drawing/2014/main" id="{BB1EBEC9-CF48-76F4-5035-243DD51373DD}"/>
              </a:ext>
            </a:extLst>
          </p:cNvPr>
          <p:cNvSpPr txBox="1"/>
          <p:nvPr/>
        </p:nvSpPr>
        <p:spPr>
          <a:xfrm>
            <a:off x="2757808" y="1717431"/>
            <a:ext cx="1616148" cy="276999"/>
          </a:xfrm>
          <a:prstGeom prst="rect">
            <a:avLst/>
          </a:prstGeom>
          <a:noFill/>
        </p:spPr>
        <p:txBody>
          <a:bodyPr wrap="none" rtlCol="0">
            <a:spAutoFit/>
          </a:bodyPr>
          <a:lstStyle/>
          <a:p>
            <a:r>
              <a:rPr kumimoji="1" lang="en-US" altLang="ja-JP" sz="1200" dirty="0"/>
              <a:t>Via Subway </a:t>
            </a:r>
            <a:r>
              <a:rPr kumimoji="1" lang="en-US" altLang="ja-JP" sz="1200" dirty="0" err="1"/>
              <a:t>Imazato</a:t>
            </a:r>
            <a:endParaRPr kumimoji="1" lang="ja-JP" altLang="en-US" sz="1200" dirty="0"/>
          </a:p>
        </p:txBody>
      </p:sp>
      <p:sp>
        <p:nvSpPr>
          <p:cNvPr id="24" name="テキスト ボックス 23">
            <a:extLst>
              <a:ext uri="{FF2B5EF4-FFF2-40B4-BE49-F238E27FC236}">
                <a16:creationId xmlns:a16="http://schemas.microsoft.com/office/drawing/2014/main" id="{8602B8A5-9983-4DA8-FBF5-02B78CC44208}"/>
              </a:ext>
            </a:extLst>
          </p:cNvPr>
          <p:cNvSpPr txBox="1"/>
          <p:nvPr/>
        </p:nvSpPr>
        <p:spPr>
          <a:xfrm>
            <a:off x="4834448" y="1096406"/>
            <a:ext cx="1415772" cy="584775"/>
          </a:xfrm>
          <a:prstGeom prst="rect">
            <a:avLst/>
          </a:prstGeom>
          <a:noFill/>
        </p:spPr>
        <p:txBody>
          <a:bodyPr wrap="none" rtlCol="0">
            <a:spAutoFit/>
          </a:bodyPr>
          <a:lstStyle/>
          <a:p>
            <a:r>
              <a:rPr kumimoji="1" lang="ja-JP" altLang="en-US" sz="3200" dirty="0"/>
              <a:t>なんば</a:t>
            </a:r>
            <a:endParaRPr kumimoji="1" lang="en-US" altLang="ja-JP" sz="3200" dirty="0"/>
          </a:p>
        </p:txBody>
      </p:sp>
      <p:sp>
        <p:nvSpPr>
          <p:cNvPr id="25" name="テキスト ボックス 24">
            <a:extLst>
              <a:ext uri="{FF2B5EF4-FFF2-40B4-BE49-F238E27FC236}">
                <a16:creationId xmlns:a16="http://schemas.microsoft.com/office/drawing/2014/main" id="{940A5E53-52B5-966A-EF84-7CC324EB5576}"/>
              </a:ext>
            </a:extLst>
          </p:cNvPr>
          <p:cNvSpPr txBox="1"/>
          <p:nvPr/>
        </p:nvSpPr>
        <p:spPr>
          <a:xfrm>
            <a:off x="4956407" y="1717431"/>
            <a:ext cx="971741" cy="276999"/>
          </a:xfrm>
          <a:prstGeom prst="rect">
            <a:avLst/>
          </a:prstGeom>
          <a:noFill/>
        </p:spPr>
        <p:txBody>
          <a:bodyPr wrap="none" rtlCol="0">
            <a:spAutoFit/>
          </a:bodyPr>
          <a:lstStyle/>
          <a:p>
            <a:r>
              <a:rPr kumimoji="1" lang="en-US" altLang="ja-JP" sz="1200" dirty="0"/>
              <a:t>For Namba</a:t>
            </a:r>
            <a:endParaRPr kumimoji="1" lang="ja-JP" altLang="en-US" sz="1200" dirty="0"/>
          </a:p>
        </p:txBody>
      </p:sp>
      <p:sp>
        <p:nvSpPr>
          <p:cNvPr id="27" name="テキスト ボックス 26">
            <a:extLst>
              <a:ext uri="{FF2B5EF4-FFF2-40B4-BE49-F238E27FC236}">
                <a16:creationId xmlns:a16="http://schemas.microsoft.com/office/drawing/2014/main" id="{2EC7BDB2-282A-0935-4158-6A30E091BB13}"/>
              </a:ext>
            </a:extLst>
          </p:cNvPr>
          <p:cNvSpPr txBox="1"/>
          <p:nvPr/>
        </p:nvSpPr>
        <p:spPr>
          <a:xfrm>
            <a:off x="8965" y="2093172"/>
            <a:ext cx="1701107" cy="769441"/>
          </a:xfrm>
          <a:prstGeom prst="rect">
            <a:avLst/>
          </a:prstGeom>
          <a:noFill/>
        </p:spPr>
        <p:txBody>
          <a:bodyPr wrap="none" rtlCol="0">
            <a:spAutoFit/>
          </a:bodyPr>
          <a:lstStyle/>
          <a:p>
            <a:r>
              <a:rPr kumimoji="1" lang="en-US" altLang="ja-JP" sz="4400" b="1" dirty="0"/>
              <a:t>20:30</a:t>
            </a:r>
            <a:endParaRPr kumimoji="1" lang="ja-JP" altLang="en-US" sz="4400" b="1" dirty="0"/>
          </a:p>
        </p:txBody>
      </p:sp>
      <p:sp>
        <p:nvSpPr>
          <p:cNvPr id="28" name="正方形/長方形 27">
            <a:extLst>
              <a:ext uri="{FF2B5EF4-FFF2-40B4-BE49-F238E27FC236}">
                <a16:creationId xmlns:a16="http://schemas.microsoft.com/office/drawing/2014/main" id="{27397E4D-608E-224C-4E0F-7817E13BA950}"/>
              </a:ext>
            </a:extLst>
          </p:cNvPr>
          <p:cNvSpPr/>
          <p:nvPr/>
        </p:nvSpPr>
        <p:spPr>
          <a:xfrm>
            <a:off x="1710073" y="2191357"/>
            <a:ext cx="979337" cy="928802"/>
          </a:xfrm>
          <a:prstGeom prst="rec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35A</a:t>
            </a:r>
            <a:endParaRPr kumimoji="1" lang="ja-JP" altLang="en-US" sz="3600" dirty="0"/>
          </a:p>
        </p:txBody>
      </p:sp>
      <p:sp>
        <p:nvSpPr>
          <p:cNvPr id="29" name="テキスト ボックス 28">
            <a:extLst>
              <a:ext uri="{FF2B5EF4-FFF2-40B4-BE49-F238E27FC236}">
                <a16:creationId xmlns:a16="http://schemas.microsoft.com/office/drawing/2014/main" id="{11695330-CBBB-C5E9-D6A9-1334E5C8A6ED}"/>
              </a:ext>
            </a:extLst>
          </p:cNvPr>
          <p:cNvSpPr txBox="1"/>
          <p:nvPr/>
        </p:nvSpPr>
        <p:spPr>
          <a:xfrm>
            <a:off x="2757808" y="2207926"/>
            <a:ext cx="1800493" cy="646331"/>
          </a:xfrm>
          <a:prstGeom prst="rect">
            <a:avLst/>
          </a:prstGeom>
          <a:noFill/>
        </p:spPr>
        <p:txBody>
          <a:bodyPr wrap="none" rtlCol="0">
            <a:spAutoFit/>
          </a:bodyPr>
          <a:lstStyle/>
          <a:p>
            <a:r>
              <a:rPr kumimoji="1" lang="ja-JP" altLang="en-US" dirty="0"/>
              <a:t>大池橋</a:t>
            </a:r>
            <a:endParaRPr kumimoji="1" lang="en-US" altLang="ja-JP" dirty="0"/>
          </a:p>
          <a:p>
            <a:r>
              <a:rPr kumimoji="1" lang="ja-JP" altLang="en-US" dirty="0"/>
              <a:t>中川二丁目方面</a:t>
            </a:r>
            <a:endParaRPr kumimoji="1" lang="en-US" altLang="ja-JP" dirty="0"/>
          </a:p>
        </p:txBody>
      </p:sp>
      <p:sp>
        <p:nvSpPr>
          <p:cNvPr id="30" name="テキスト ボックス 29">
            <a:extLst>
              <a:ext uri="{FF2B5EF4-FFF2-40B4-BE49-F238E27FC236}">
                <a16:creationId xmlns:a16="http://schemas.microsoft.com/office/drawing/2014/main" id="{9940BB62-5C01-478A-E81E-F766C13809DD}"/>
              </a:ext>
            </a:extLst>
          </p:cNvPr>
          <p:cNvSpPr txBox="1"/>
          <p:nvPr/>
        </p:nvSpPr>
        <p:spPr>
          <a:xfrm>
            <a:off x="2757808" y="2828951"/>
            <a:ext cx="1176925" cy="276999"/>
          </a:xfrm>
          <a:prstGeom prst="rect">
            <a:avLst/>
          </a:prstGeom>
          <a:noFill/>
        </p:spPr>
        <p:txBody>
          <a:bodyPr wrap="none" rtlCol="0">
            <a:spAutoFit/>
          </a:bodyPr>
          <a:lstStyle/>
          <a:p>
            <a:r>
              <a:rPr kumimoji="1" lang="en-US" altLang="ja-JP" sz="1200" dirty="0"/>
              <a:t>Via </a:t>
            </a:r>
            <a:r>
              <a:rPr kumimoji="1" lang="en-US" altLang="ja-JP" sz="1200" dirty="0" err="1"/>
              <a:t>Oikebashi</a:t>
            </a:r>
            <a:endParaRPr kumimoji="1" lang="ja-JP" altLang="en-US" sz="1200" dirty="0"/>
          </a:p>
        </p:txBody>
      </p:sp>
      <p:sp>
        <p:nvSpPr>
          <p:cNvPr id="31" name="テキスト ボックス 30">
            <a:extLst>
              <a:ext uri="{FF2B5EF4-FFF2-40B4-BE49-F238E27FC236}">
                <a16:creationId xmlns:a16="http://schemas.microsoft.com/office/drawing/2014/main" id="{77BEE9FC-924B-7EA0-227B-984D0E517904}"/>
              </a:ext>
            </a:extLst>
          </p:cNvPr>
          <p:cNvSpPr txBox="1"/>
          <p:nvPr/>
        </p:nvSpPr>
        <p:spPr>
          <a:xfrm>
            <a:off x="4834448" y="2207926"/>
            <a:ext cx="2236510" cy="584775"/>
          </a:xfrm>
          <a:prstGeom prst="rect">
            <a:avLst/>
          </a:prstGeom>
          <a:noFill/>
        </p:spPr>
        <p:txBody>
          <a:bodyPr wrap="none" rtlCol="0">
            <a:spAutoFit/>
          </a:bodyPr>
          <a:lstStyle/>
          <a:p>
            <a:r>
              <a:rPr kumimoji="1" lang="ja-JP" altLang="en-US" sz="3200" dirty="0"/>
              <a:t>地下鉄今里</a:t>
            </a:r>
            <a:endParaRPr kumimoji="1" lang="en-US" altLang="ja-JP" sz="3200" dirty="0"/>
          </a:p>
        </p:txBody>
      </p:sp>
      <p:sp>
        <p:nvSpPr>
          <p:cNvPr id="32" name="テキスト ボックス 31">
            <a:extLst>
              <a:ext uri="{FF2B5EF4-FFF2-40B4-BE49-F238E27FC236}">
                <a16:creationId xmlns:a16="http://schemas.microsoft.com/office/drawing/2014/main" id="{1DA87C75-12A2-C434-30CE-ED7AB84B3B06}"/>
              </a:ext>
            </a:extLst>
          </p:cNvPr>
          <p:cNvSpPr txBox="1"/>
          <p:nvPr/>
        </p:nvSpPr>
        <p:spPr>
          <a:xfrm>
            <a:off x="4956407" y="2828951"/>
            <a:ext cx="1630575" cy="276999"/>
          </a:xfrm>
          <a:prstGeom prst="rect">
            <a:avLst/>
          </a:prstGeom>
          <a:noFill/>
        </p:spPr>
        <p:txBody>
          <a:bodyPr wrap="none" rtlCol="0">
            <a:spAutoFit/>
          </a:bodyPr>
          <a:lstStyle/>
          <a:p>
            <a:r>
              <a:rPr kumimoji="1" lang="en-US" altLang="ja-JP" sz="1200" dirty="0"/>
              <a:t>For Subway </a:t>
            </a:r>
            <a:r>
              <a:rPr kumimoji="1" lang="en-US" altLang="ja-JP" sz="1200" dirty="0" err="1"/>
              <a:t>Imazato</a:t>
            </a:r>
            <a:endParaRPr kumimoji="1" lang="ja-JP" altLang="en-US" sz="1200" dirty="0"/>
          </a:p>
        </p:txBody>
      </p:sp>
      <p:cxnSp>
        <p:nvCxnSpPr>
          <p:cNvPr id="34" name="直線コネクタ 33">
            <a:extLst>
              <a:ext uri="{FF2B5EF4-FFF2-40B4-BE49-F238E27FC236}">
                <a16:creationId xmlns:a16="http://schemas.microsoft.com/office/drawing/2014/main" id="{F32751AC-FA83-7E6F-EE87-C295A989D195}"/>
              </a:ext>
            </a:extLst>
          </p:cNvPr>
          <p:cNvCxnSpPr>
            <a:cxnSpLocks/>
          </p:cNvCxnSpPr>
          <p:nvPr/>
        </p:nvCxnSpPr>
        <p:spPr>
          <a:xfrm>
            <a:off x="0" y="3222045"/>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35" name="正方形/長方形 34">
            <a:extLst>
              <a:ext uri="{FF2B5EF4-FFF2-40B4-BE49-F238E27FC236}">
                <a16:creationId xmlns:a16="http://schemas.microsoft.com/office/drawing/2014/main" id="{BFEBC9DF-CBC0-4E2F-A3FC-1C5C1EC6DE11}"/>
              </a:ext>
            </a:extLst>
          </p:cNvPr>
          <p:cNvSpPr/>
          <p:nvPr/>
        </p:nvSpPr>
        <p:spPr>
          <a:xfrm>
            <a:off x="8965" y="3239975"/>
            <a:ext cx="188259" cy="50525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b="1" dirty="0"/>
          </a:p>
        </p:txBody>
      </p:sp>
      <p:sp>
        <p:nvSpPr>
          <p:cNvPr id="36" name="テキスト ボックス 35">
            <a:extLst>
              <a:ext uri="{FF2B5EF4-FFF2-40B4-BE49-F238E27FC236}">
                <a16:creationId xmlns:a16="http://schemas.microsoft.com/office/drawing/2014/main" id="{5D689E9C-2C04-7953-EB7B-09B0749CAFD3}"/>
              </a:ext>
            </a:extLst>
          </p:cNvPr>
          <p:cNvSpPr txBox="1"/>
          <p:nvPr/>
        </p:nvSpPr>
        <p:spPr>
          <a:xfrm>
            <a:off x="197224" y="3307937"/>
            <a:ext cx="2978701" cy="369332"/>
          </a:xfrm>
          <a:prstGeom prst="rect">
            <a:avLst/>
          </a:prstGeom>
          <a:noFill/>
        </p:spPr>
        <p:txBody>
          <a:bodyPr wrap="none" rtlCol="0">
            <a:spAutoFit/>
          </a:bodyPr>
          <a:lstStyle/>
          <a:p>
            <a:r>
              <a:rPr kumimoji="1" lang="ja-JP" altLang="en-US" b="1" dirty="0"/>
              <a:t>あべの橋方面　</a:t>
            </a:r>
            <a:r>
              <a:rPr kumimoji="1" lang="en-US" altLang="ja-JP" sz="1200" b="1" dirty="0"/>
              <a:t>For </a:t>
            </a:r>
            <a:r>
              <a:rPr kumimoji="1" lang="en-US" altLang="ja-JP" sz="1200" b="1" dirty="0" err="1"/>
              <a:t>Abenobashi</a:t>
            </a:r>
            <a:endParaRPr kumimoji="1" lang="ja-JP" altLang="en-US" dirty="0"/>
          </a:p>
        </p:txBody>
      </p:sp>
      <p:cxnSp>
        <p:nvCxnSpPr>
          <p:cNvPr id="37" name="直線コネクタ 36">
            <a:extLst>
              <a:ext uri="{FF2B5EF4-FFF2-40B4-BE49-F238E27FC236}">
                <a16:creationId xmlns:a16="http://schemas.microsoft.com/office/drawing/2014/main" id="{82B392BB-BD2D-5883-BEDB-70C7B538DF05}"/>
              </a:ext>
            </a:extLst>
          </p:cNvPr>
          <p:cNvCxnSpPr>
            <a:cxnSpLocks/>
          </p:cNvCxnSpPr>
          <p:nvPr/>
        </p:nvCxnSpPr>
        <p:spPr>
          <a:xfrm>
            <a:off x="0" y="3745231"/>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87F2C6A6-9504-EB0B-E174-F6B2AFDEADF7}"/>
              </a:ext>
            </a:extLst>
          </p:cNvPr>
          <p:cNvCxnSpPr>
            <a:cxnSpLocks/>
          </p:cNvCxnSpPr>
          <p:nvPr/>
        </p:nvCxnSpPr>
        <p:spPr>
          <a:xfrm>
            <a:off x="0" y="4803064"/>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9334E2C3-4FA6-D207-43C0-9E918C1462EE}"/>
              </a:ext>
            </a:extLst>
          </p:cNvPr>
          <p:cNvSpPr txBox="1"/>
          <p:nvPr/>
        </p:nvSpPr>
        <p:spPr>
          <a:xfrm>
            <a:off x="8965" y="3763158"/>
            <a:ext cx="1701107" cy="769441"/>
          </a:xfrm>
          <a:prstGeom prst="rect">
            <a:avLst/>
          </a:prstGeom>
          <a:noFill/>
        </p:spPr>
        <p:txBody>
          <a:bodyPr wrap="none" rtlCol="0">
            <a:spAutoFit/>
          </a:bodyPr>
          <a:lstStyle/>
          <a:p>
            <a:r>
              <a:rPr kumimoji="1" lang="en-US" altLang="ja-JP" sz="4400" b="1" dirty="0"/>
              <a:t>21:00</a:t>
            </a:r>
            <a:endParaRPr kumimoji="1" lang="ja-JP" altLang="en-US" sz="4400" b="1" dirty="0"/>
          </a:p>
        </p:txBody>
      </p:sp>
      <p:sp>
        <p:nvSpPr>
          <p:cNvPr id="41" name="テキスト ボックス 40">
            <a:extLst>
              <a:ext uri="{FF2B5EF4-FFF2-40B4-BE49-F238E27FC236}">
                <a16:creationId xmlns:a16="http://schemas.microsoft.com/office/drawing/2014/main" id="{C310BF0E-0544-E7F2-BFDA-38D8C48F68D0}"/>
              </a:ext>
            </a:extLst>
          </p:cNvPr>
          <p:cNvSpPr txBox="1"/>
          <p:nvPr/>
        </p:nvSpPr>
        <p:spPr>
          <a:xfrm>
            <a:off x="2757808" y="3813192"/>
            <a:ext cx="1107996" cy="646331"/>
          </a:xfrm>
          <a:prstGeom prst="rect">
            <a:avLst/>
          </a:prstGeom>
          <a:noFill/>
        </p:spPr>
        <p:txBody>
          <a:bodyPr wrap="none" rtlCol="0">
            <a:spAutoFit/>
          </a:bodyPr>
          <a:lstStyle/>
          <a:p>
            <a:r>
              <a:rPr kumimoji="1" lang="ja-JP" altLang="en-US" dirty="0"/>
              <a:t>舎利寺</a:t>
            </a:r>
            <a:endParaRPr kumimoji="1" lang="en-US" altLang="ja-JP" dirty="0"/>
          </a:p>
          <a:p>
            <a:r>
              <a:rPr kumimoji="1" lang="ja-JP" altLang="en-US" dirty="0"/>
              <a:t>百済方面</a:t>
            </a:r>
            <a:endParaRPr kumimoji="1" lang="en-US" altLang="ja-JP" dirty="0"/>
          </a:p>
        </p:txBody>
      </p:sp>
      <p:sp>
        <p:nvSpPr>
          <p:cNvPr id="43" name="正方形/長方形 42">
            <a:extLst>
              <a:ext uri="{FF2B5EF4-FFF2-40B4-BE49-F238E27FC236}">
                <a16:creationId xmlns:a16="http://schemas.microsoft.com/office/drawing/2014/main" id="{FB6D943D-FDE1-D611-D1BE-F1F0132628B6}"/>
              </a:ext>
            </a:extLst>
          </p:cNvPr>
          <p:cNvSpPr/>
          <p:nvPr/>
        </p:nvSpPr>
        <p:spPr>
          <a:xfrm>
            <a:off x="1710073" y="3813193"/>
            <a:ext cx="979337" cy="928802"/>
          </a:xfrm>
          <a:prstGeom prst="rec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13</a:t>
            </a:r>
            <a:endParaRPr kumimoji="1" lang="ja-JP" altLang="en-US" sz="3600" dirty="0"/>
          </a:p>
        </p:txBody>
      </p:sp>
      <p:sp>
        <p:nvSpPr>
          <p:cNvPr id="44" name="テキスト ボックス 43">
            <a:extLst>
              <a:ext uri="{FF2B5EF4-FFF2-40B4-BE49-F238E27FC236}">
                <a16:creationId xmlns:a16="http://schemas.microsoft.com/office/drawing/2014/main" id="{A8418019-2D80-4A70-9D6F-5B085EFE29F6}"/>
              </a:ext>
            </a:extLst>
          </p:cNvPr>
          <p:cNvSpPr txBox="1"/>
          <p:nvPr/>
        </p:nvSpPr>
        <p:spPr>
          <a:xfrm>
            <a:off x="2757808" y="4434217"/>
            <a:ext cx="949299" cy="276999"/>
          </a:xfrm>
          <a:prstGeom prst="rect">
            <a:avLst/>
          </a:prstGeom>
          <a:noFill/>
        </p:spPr>
        <p:txBody>
          <a:bodyPr wrap="none" rtlCol="0">
            <a:spAutoFit/>
          </a:bodyPr>
          <a:lstStyle/>
          <a:p>
            <a:r>
              <a:rPr kumimoji="1" lang="en-US" altLang="ja-JP" sz="1200" dirty="0"/>
              <a:t>Via </a:t>
            </a:r>
            <a:r>
              <a:rPr kumimoji="1" lang="en-US" altLang="ja-JP" sz="1200" dirty="0" err="1"/>
              <a:t>Kudara</a:t>
            </a:r>
            <a:endParaRPr kumimoji="1" lang="ja-JP" altLang="en-US" sz="1200" dirty="0"/>
          </a:p>
        </p:txBody>
      </p:sp>
      <p:sp>
        <p:nvSpPr>
          <p:cNvPr id="45" name="テキスト ボックス 44">
            <a:extLst>
              <a:ext uri="{FF2B5EF4-FFF2-40B4-BE49-F238E27FC236}">
                <a16:creationId xmlns:a16="http://schemas.microsoft.com/office/drawing/2014/main" id="{07CFFF29-302E-A6FE-D2B8-4E720FA6736D}"/>
              </a:ext>
            </a:extLst>
          </p:cNvPr>
          <p:cNvSpPr txBox="1"/>
          <p:nvPr/>
        </p:nvSpPr>
        <p:spPr>
          <a:xfrm>
            <a:off x="4834448" y="3813192"/>
            <a:ext cx="1826141" cy="584775"/>
          </a:xfrm>
          <a:prstGeom prst="rect">
            <a:avLst/>
          </a:prstGeom>
          <a:noFill/>
        </p:spPr>
        <p:txBody>
          <a:bodyPr wrap="none" rtlCol="0">
            <a:spAutoFit/>
          </a:bodyPr>
          <a:lstStyle/>
          <a:p>
            <a:r>
              <a:rPr kumimoji="1" lang="ja-JP" altLang="en-US" sz="3200" dirty="0"/>
              <a:t>あべの橋</a:t>
            </a:r>
            <a:endParaRPr kumimoji="1" lang="en-US" altLang="ja-JP" sz="3200" dirty="0"/>
          </a:p>
        </p:txBody>
      </p:sp>
      <p:sp>
        <p:nvSpPr>
          <p:cNvPr id="46" name="テキスト ボックス 45">
            <a:extLst>
              <a:ext uri="{FF2B5EF4-FFF2-40B4-BE49-F238E27FC236}">
                <a16:creationId xmlns:a16="http://schemas.microsoft.com/office/drawing/2014/main" id="{43EF17B9-A0A7-361D-DEE2-172AC86A72A3}"/>
              </a:ext>
            </a:extLst>
          </p:cNvPr>
          <p:cNvSpPr txBox="1"/>
          <p:nvPr/>
        </p:nvSpPr>
        <p:spPr>
          <a:xfrm>
            <a:off x="4956407" y="4434217"/>
            <a:ext cx="1300356" cy="276999"/>
          </a:xfrm>
          <a:prstGeom prst="rect">
            <a:avLst/>
          </a:prstGeom>
          <a:noFill/>
        </p:spPr>
        <p:txBody>
          <a:bodyPr wrap="none" rtlCol="0">
            <a:spAutoFit/>
          </a:bodyPr>
          <a:lstStyle/>
          <a:p>
            <a:r>
              <a:rPr kumimoji="1" lang="en-US" altLang="ja-JP" sz="1200" dirty="0"/>
              <a:t>For</a:t>
            </a:r>
            <a:r>
              <a:rPr kumimoji="1" lang="ja-JP" altLang="en-US" sz="1200" dirty="0"/>
              <a:t> </a:t>
            </a:r>
            <a:r>
              <a:rPr kumimoji="1" lang="en-US" altLang="ja-JP" sz="1200" dirty="0" err="1"/>
              <a:t>Abenobashi</a:t>
            </a:r>
            <a:endParaRPr kumimoji="1" lang="ja-JP" altLang="en-US" sz="1200" dirty="0"/>
          </a:p>
        </p:txBody>
      </p:sp>
      <p:cxnSp>
        <p:nvCxnSpPr>
          <p:cNvPr id="47" name="直線コネクタ 46">
            <a:extLst>
              <a:ext uri="{FF2B5EF4-FFF2-40B4-BE49-F238E27FC236}">
                <a16:creationId xmlns:a16="http://schemas.microsoft.com/office/drawing/2014/main" id="{5CCAE21F-CCB0-B72A-78B2-49020B50376A}"/>
              </a:ext>
            </a:extLst>
          </p:cNvPr>
          <p:cNvCxnSpPr>
            <a:cxnSpLocks/>
          </p:cNvCxnSpPr>
          <p:nvPr/>
        </p:nvCxnSpPr>
        <p:spPr>
          <a:xfrm>
            <a:off x="0" y="4809055"/>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8" name="正方形/長方形 47">
            <a:extLst>
              <a:ext uri="{FF2B5EF4-FFF2-40B4-BE49-F238E27FC236}">
                <a16:creationId xmlns:a16="http://schemas.microsoft.com/office/drawing/2014/main" id="{1D795AAE-7A38-2821-B497-1D11F9C1FDE7}"/>
              </a:ext>
            </a:extLst>
          </p:cNvPr>
          <p:cNvSpPr/>
          <p:nvPr/>
        </p:nvSpPr>
        <p:spPr>
          <a:xfrm>
            <a:off x="8965" y="4826985"/>
            <a:ext cx="188259" cy="5052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b="1" dirty="0"/>
          </a:p>
        </p:txBody>
      </p:sp>
      <p:sp>
        <p:nvSpPr>
          <p:cNvPr id="49" name="テキスト ボックス 48">
            <a:extLst>
              <a:ext uri="{FF2B5EF4-FFF2-40B4-BE49-F238E27FC236}">
                <a16:creationId xmlns:a16="http://schemas.microsoft.com/office/drawing/2014/main" id="{61EF83FE-0035-53B8-5C50-DECB166B2B54}"/>
              </a:ext>
            </a:extLst>
          </p:cNvPr>
          <p:cNvSpPr txBox="1"/>
          <p:nvPr/>
        </p:nvSpPr>
        <p:spPr>
          <a:xfrm>
            <a:off x="197224" y="4894947"/>
            <a:ext cx="6825908" cy="369332"/>
          </a:xfrm>
          <a:prstGeom prst="rect">
            <a:avLst/>
          </a:prstGeom>
          <a:noFill/>
        </p:spPr>
        <p:txBody>
          <a:bodyPr wrap="none" rtlCol="0">
            <a:spAutoFit/>
          </a:bodyPr>
          <a:lstStyle/>
          <a:p>
            <a:r>
              <a:rPr kumimoji="1" lang="ja-JP" altLang="en-US" b="1" dirty="0"/>
              <a:t>いまざとライナー　地下鉄今里方面　</a:t>
            </a:r>
            <a:r>
              <a:rPr kumimoji="1" lang="en-US" altLang="ja-JP" sz="1200" b="1" dirty="0" err="1"/>
              <a:t>Imazato</a:t>
            </a:r>
            <a:r>
              <a:rPr kumimoji="1" lang="en-US" altLang="ja-JP" sz="1200" b="1" dirty="0"/>
              <a:t> Liner</a:t>
            </a:r>
            <a:r>
              <a:rPr kumimoji="1" lang="ja-JP" altLang="en-US" sz="1200" b="1" dirty="0"/>
              <a:t>　</a:t>
            </a:r>
            <a:r>
              <a:rPr kumimoji="1" lang="en-US" altLang="ja-JP" sz="1200" b="1" dirty="0"/>
              <a:t>For Subway </a:t>
            </a:r>
            <a:r>
              <a:rPr kumimoji="1" lang="en-US" altLang="ja-JP" sz="1200" b="1" dirty="0" err="1"/>
              <a:t>Imazato</a:t>
            </a:r>
            <a:endParaRPr kumimoji="1" lang="ja-JP" altLang="en-US" dirty="0"/>
          </a:p>
        </p:txBody>
      </p:sp>
      <p:cxnSp>
        <p:nvCxnSpPr>
          <p:cNvPr id="50" name="直線コネクタ 49">
            <a:extLst>
              <a:ext uri="{FF2B5EF4-FFF2-40B4-BE49-F238E27FC236}">
                <a16:creationId xmlns:a16="http://schemas.microsoft.com/office/drawing/2014/main" id="{5D82206B-8448-65FC-8BCC-D3CF20194278}"/>
              </a:ext>
            </a:extLst>
          </p:cNvPr>
          <p:cNvCxnSpPr>
            <a:cxnSpLocks/>
          </p:cNvCxnSpPr>
          <p:nvPr/>
        </p:nvCxnSpPr>
        <p:spPr>
          <a:xfrm>
            <a:off x="0" y="5332241"/>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51" name="テキスト ボックス 50">
            <a:extLst>
              <a:ext uri="{FF2B5EF4-FFF2-40B4-BE49-F238E27FC236}">
                <a16:creationId xmlns:a16="http://schemas.microsoft.com/office/drawing/2014/main" id="{50A1F67C-F3B9-2304-AE64-6D52D001DF02}"/>
              </a:ext>
            </a:extLst>
          </p:cNvPr>
          <p:cNvSpPr txBox="1"/>
          <p:nvPr/>
        </p:nvSpPr>
        <p:spPr>
          <a:xfrm>
            <a:off x="114271" y="5821062"/>
            <a:ext cx="1338828" cy="369332"/>
          </a:xfrm>
          <a:prstGeom prst="rect">
            <a:avLst/>
          </a:prstGeom>
          <a:noFill/>
        </p:spPr>
        <p:txBody>
          <a:bodyPr wrap="none" rtlCol="0">
            <a:spAutoFit/>
          </a:bodyPr>
          <a:lstStyle/>
          <a:p>
            <a:r>
              <a:rPr kumimoji="1" lang="ja-JP" altLang="en-US" dirty="0"/>
              <a:t>田島五丁目</a:t>
            </a:r>
          </a:p>
        </p:txBody>
      </p:sp>
      <p:sp>
        <p:nvSpPr>
          <p:cNvPr id="52" name="テキスト ボックス 51">
            <a:extLst>
              <a:ext uri="{FF2B5EF4-FFF2-40B4-BE49-F238E27FC236}">
                <a16:creationId xmlns:a16="http://schemas.microsoft.com/office/drawing/2014/main" id="{2812C8B1-AD0B-A326-C31A-963B11B1118B}"/>
              </a:ext>
            </a:extLst>
          </p:cNvPr>
          <p:cNvSpPr txBox="1"/>
          <p:nvPr/>
        </p:nvSpPr>
        <p:spPr>
          <a:xfrm>
            <a:off x="114271" y="6301711"/>
            <a:ext cx="877163" cy="369332"/>
          </a:xfrm>
          <a:prstGeom prst="rect">
            <a:avLst/>
          </a:prstGeom>
          <a:noFill/>
        </p:spPr>
        <p:txBody>
          <a:bodyPr wrap="none" rtlCol="0">
            <a:spAutoFit/>
          </a:bodyPr>
          <a:lstStyle/>
          <a:p>
            <a:r>
              <a:rPr kumimoji="1" lang="ja-JP" altLang="en-US" dirty="0"/>
              <a:t>大池橋</a:t>
            </a:r>
          </a:p>
        </p:txBody>
      </p:sp>
      <p:sp>
        <p:nvSpPr>
          <p:cNvPr id="54" name="テキスト ボックス 53">
            <a:extLst>
              <a:ext uri="{FF2B5EF4-FFF2-40B4-BE49-F238E27FC236}">
                <a16:creationId xmlns:a16="http://schemas.microsoft.com/office/drawing/2014/main" id="{EEB998E7-A7C8-849C-3898-DF70754D9459}"/>
              </a:ext>
            </a:extLst>
          </p:cNvPr>
          <p:cNvSpPr txBox="1"/>
          <p:nvPr/>
        </p:nvSpPr>
        <p:spPr>
          <a:xfrm>
            <a:off x="1616875" y="6224767"/>
            <a:ext cx="1148071" cy="523220"/>
          </a:xfrm>
          <a:prstGeom prst="rect">
            <a:avLst/>
          </a:prstGeom>
          <a:noFill/>
        </p:spPr>
        <p:txBody>
          <a:bodyPr wrap="none" rtlCol="0">
            <a:spAutoFit/>
          </a:bodyPr>
          <a:lstStyle/>
          <a:p>
            <a:r>
              <a:rPr kumimoji="1" lang="en-US" altLang="ja-JP" sz="2800" b="1" dirty="0"/>
              <a:t>20:18</a:t>
            </a:r>
            <a:endParaRPr kumimoji="1" lang="ja-JP" altLang="en-US" sz="2800" b="1" dirty="0"/>
          </a:p>
        </p:txBody>
      </p:sp>
      <p:sp>
        <p:nvSpPr>
          <p:cNvPr id="55" name="テキスト ボックス 54">
            <a:extLst>
              <a:ext uri="{FF2B5EF4-FFF2-40B4-BE49-F238E27FC236}">
                <a16:creationId xmlns:a16="http://schemas.microsoft.com/office/drawing/2014/main" id="{2B5F51BB-737C-C962-12C5-E07DE5F28CE3}"/>
              </a:ext>
            </a:extLst>
          </p:cNvPr>
          <p:cNvSpPr txBox="1"/>
          <p:nvPr/>
        </p:nvSpPr>
        <p:spPr>
          <a:xfrm>
            <a:off x="4051883" y="5821062"/>
            <a:ext cx="1338828" cy="369332"/>
          </a:xfrm>
          <a:prstGeom prst="rect">
            <a:avLst/>
          </a:prstGeom>
          <a:noFill/>
        </p:spPr>
        <p:txBody>
          <a:bodyPr wrap="none" rtlCol="0">
            <a:spAutoFit/>
          </a:bodyPr>
          <a:lstStyle/>
          <a:p>
            <a:r>
              <a:rPr kumimoji="1" lang="ja-JP" altLang="en-US" dirty="0"/>
              <a:t>田島五丁目</a:t>
            </a:r>
          </a:p>
        </p:txBody>
      </p:sp>
      <p:sp>
        <p:nvSpPr>
          <p:cNvPr id="56" name="テキスト ボックス 55">
            <a:extLst>
              <a:ext uri="{FF2B5EF4-FFF2-40B4-BE49-F238E27FC236}">
                <a16:creationId xmlns:a16="http://schemas.microsoft.com/office/drawing/2014/main" id="{A2331DAC-1CD0-1578-BDB9-A0F32FEDD438}"/>
              </a:ext>
            </a:extLst>
          </p:cNvPr>
          <p:cNvSpPr txBox="1"/>
          <p:nvPr/>
        </p:nvSpPr>
        <p:spPr>
          <a:xfrm>
            <a:off x="4051883" y="6301711"/>
            <a:ext cx="877163" cy="369332"/>
          </a:xfrm>
          <a:prstGeom prst="rect">
            <a:avLst/>
          </a:prstGeom>
          <a:noFill/>
        </p:spPr>
        <p:txBody>
          <a:bodyPr wrap="none" rtlCol="0">
            <a:spAutoFit/>
          </a:bodyPr>
          <a:lstStyle/>
          <a:p>
            <a:r>
              <a:rPr kumimoji="1" lang="ja-JP" altLang="en-US" dirty="0"/>
              <a:t>大池橋</a:t>
            </a:r>
          </a:p>
        </p:txBody>
      </p:sp>
      <p:sp>
        <p:nvSpPr>
          <p:cNvPr id="57" name="テキスト ボックス 56">
            <a:extLst>
              <a:ext uri="{FF2B5EF4-FFF2-40B4-BE49-F238E27FC236}">
                <a16:creationId xmlns:a16="http://schemas.microsoft.com/office/drawing/2014/main" id="{881E29AC-1ECA-4D5F-CD20-213D8983527C}"/>
              </a:ext>
            </a:extLst>
          </p:cNvPr>
          <p:cNvSpPr txBox="1"/>
          <p:nvPr/>
        </p:nvSpPr>
        <p:spPr>
          <a:xfrm>
            <a:off x="5554487" y="5743631"/>
            <a:ext cx="1148071" cy="523220"/>
          </a:xfrm>
          <a:prstGeom prst="rect">
            <a:avLst/>
          </a:prstGeom>
          <a:noFill/>
        </p:spPr>
        <p:txBody>
          <a:bodyPr wrap="none" rtlCol="0">
            <a:spAutoFit/>
          </a:bodyPr>
          <a:lstStyle/>
          <a:p>
            <a:r>
              <a:rPr kumimoji="1" lang="en-US" altLang="ja-JP" sz="2800" b="1" dirty="0"/>
              <a:t>20:28</a:t>
            </a:r>
            <a:endParaRPr kumimoji="1" lang="ja-JP" altLang="en-US" sz="2800" b="1" dirty="0"/>
          </a:p>
        </p:txBody>
      </p:sp>
      <p:sp>
        <p:nvSpPr>
          <p:cNvPr id="58" name="テキスト ボックス 57">
            <a:extLst>
              <a:ext uri="{FF2B5EF4-FFF2-40B4-BE49-F238E27FC236}">
                <a16:creationId xmlns:a16="http://schemas.microsoft.com/office/drawing/2014/main" id="{A982CA1C-C648-8574-E0A3-F1429FCA82CF}"/>
              </a:ext>
            </a:extLst>
          </p:cNvPr>
          <p:cNvSpPr txBox="1"/>
          <p:nvPr/>
        </p:nvSpPr>
        <p:spPr>
          <a:xfrm>
            <a:off x="5554487" y="6224767"/>
            <a:ext cx="1148071" cy="523220"/>
          </a:xfrm>
          <a:prstGeom prst="rect">
            <a:avLst/>
          </a:prstGeom>
          <a:noFill/>
        </p:spPr>
        <p:txBody>
          <a:bodyPr wrap="none" rtlCol="0">
            <a:spAutoFit/>
          </a:bodyPr>
          <a:lstStyle/>
          <a:p>
            <a:r>
              <a:rPr kumimoji="1" lang="en-US" altLang="ja-JP" sz="2800" b="1" dirty="0"/>
              <a:t>20:35</a:t>
            </a:r>
            <a:endParaRPr kumimoji="1" lang="ja-JP" altLang="en-US" sz="2800" b="1" dirty="0"/>
          </a:p>
        </p:txBody>
      </p:sp>
      <p:sp>
        <p:nvSpPr>
          <p:cNvPr id="59" name="テキスト ボックス 58">
            <a:extLst>
              <a:ext uri="{FF2B5EF4-FFF2-40B4-BE49-F238E27FC236}">
                <a16:creationId xmlns:a16="http://schemas.microsoft.com/office/drawing/2014/main" id="{704617C9-22FE-4FE8-64B5-7DBC1CD546B1}"/>
              </a:ext>
            </a:extLst>
          </p:cNvPr>
          <p:cNvSpPr txBox="1"/>
          <p:nvPr/>
        </p:nvSpPr>
        <p:spPr>
          <a:xfrm>
            <a:off x="-9562" y="5405765"/>
            <a:ext cx="3647152" cy="369332"/>
          </a:xfrm>
          <a:prstGeom prst="rect">
            <a:avLst/>
          </a:prstGeom>
          <a:noFill/>
        </p:spPr>
        <p:txBody>
          <a:bodyPr wrap="none" rtlCol="0">
            <a:spAutoFit/>
          </a:bodyPr>
          <a:lstStyle/>
          <a:p>
            <a:r>
              <a:rPr kumimoji="1" lang="en-US" altLang="ja-JP" dirty="0">
                <a:solidFill>
                  <a:srgbClr val="FF0000"/>
                </a:solidFill>
              </a:rPr>
              <a:t>【</a:t>
            </a:r>
            <a:r>
              <a:rPr kumimoji="1" lang="ja-JP" altLang="en-US" dirty="0">
                <a:solidFill>
                  <a:srgbClr val="FF0000"/>
                </a:solidFill>
              </a:rPr>
              <a:t>先発</a:t>
            </a:r>
            <a:r>
              <a:rPr kumimoji="1" lang="en-US" altLang="ja-JP" dirty="0">
                <a:solidFill>
                  <a:srgbClr val="FF0000"/>
                </a:solidFill>
              </a:rPr>
              <a:t>】</a:t>
            </a:r>
            <a:r>
              <a:rPr kumimoji="1" lang="ja-JP" altLang="en-US" dirty="0"/>
              <a:t>今里・神路公園方面行き</a:t>
            </a:r>
          </a:p>
        </p:txBody>
      </p:sp>
      <p:sp>
        <p:nvSpPr>
          <p:cNvPr id="60" name="テキスト ボックス 59">
            <a:extLst>
              <a:ext uri="{FF2B5EF4-FFF2-40B4-BE49-F238E27FC236}">
                <a16:creationId xmlns:a16="http://schemas.microsoft.com/office/drawing/2014/main" id="{7D6F1F64-28D0-5108-2E7E-E0B4BF5027B8}"/>
              </a:ext>
            </a:extLst>
          </p:cNvPr>
          <p:cNvSpPr txBox="1"/>
          <p:nvPr/>
        </p:nvSpPr>
        <p:spPr>
          <a:xfrm>
            <a:off x="3913737" y="5405765"/>
            <a:ext cx="3647152" cy="369332"/>
          </a:xfrm>
          <a:prstGeom prst="rect">
            <a:avLst/>
          </a:prstGeom>
          <a:noFill/>
        </p:spPr>
        <p:txBody>
          <a:bodyPr wrap="none" rtlCol="0">
            <a:spAutoFit/>
          </a:bodyPr>
          <a:lstStyle/>
          <a:p>
            <a:r>
              <a:rPr kumimoji="1" lang="en-US" altLang="ja-JP" dirty="0"/>
              <a:t>【</a:t>
            </a:r>
            <a:r>
              <a:rPr kumimoji="1" lang="ja-JP" altLang="en-US" dirty="0"/>
              <a:t>次発</a:t>
            </a:r>
            <a:r>
              <a:rPr kumimoji="1" lang="en-US" altLang="ja-JP" dirty="0"/>
              <a:t>】</a:t>
            </a:r>
            <a:r>
              <a:rPr kumimoji="1" lang="ja-JP" altLang="en-US" dirty="0"/>
              <a:t>今里・神路公園方面行き</a:t>
            </a:r>
          </a:p>
        </p:txBody>
      </p:sp>
      <p:cxnSp>
        <p:nvCxnSpPr>
          <p:cNvPr id="3" name="直線コネクタ 2">
            <a:extLst>
              <a:ext uri="{FF2B5EF4-FFF2-40B4-BE49-F238E27FC236}">
                <a16:creationId xmlns:a16="http://schemas.microsoft.com/office/drawing/2014/main" id="{DC5E0AA6-8548-6041-75A0-F7D738153D39}"/>
              </a:ext>
            </a:extLst>
          </p:cNvPr>
          <p:cNvCxnSpPr>
            <a:cxnSpLocks/>
          </p:cNvCxnSpPr>
          <p:nvPr/>
        </p:nvCxnSpPr>
        <p:spPr>
          <a:xfrm>
            <a:off x="4482353" y="5332241"/>
            <a:ext cx="770964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 name="テキスト ボックス 3">
            <a:extLst>
              <a:ext uri="{FF2B5EF4-FFF2-40B4-BE49-F238E27FC236}">
                <a16:creationId xmlns:a16="http://schemas.microsoft.com/office/drawing/2014/main" id="{05683184-FB59-32C4-3CEB-30573115F371}"/>
              </a:ext>
            </a:extLst>
          </p:cNvPr>
          <p:cNvSpPr txBox="1"/>
          <p:nvPr/>
        </p:nvSpPr>
        <p:spPr>
          <a:xfrm>
            <a:off x="7785183" y="5441648"/>
            <a:ext cx="1107996" cy="369332"/>
          </a:xfrm>
          <a:prstGeom prst="rect">
            <a:avLst/>
          </a:prstGeom>
          <a:noFill/>
        </p:spPr>
        <p:txBody>
          <a:bodyPr wrap="none" rtlCol="0">
            <a:spAutoFit/>
          </a:bodyPr>
          <a:lstStyle/>
          <a:p>
            <a:r>
              <a:rPr kumimoji="1" lang="ja-JP" altLang="en-US" dirty="0"/>
              <a:t>地震情報</a:t>
            </a:r>
          </a:p>
        </p:txBody>
      </p:sp>
    </p:spTree>
    <p:extLst>
      <p:ext uri="{BB962C8B-B14F-4D97-AF65-F5344CB8AC3E}">
        <p14:creationId xmlns:p14="http://schemas.microsoft.com/office/powerpoint/2010/main" val="674750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9909855-631D-410D-31CD-25F0287E981D}"/>
              </a:ext>
            </a:extLst>
          </p:cNvPr>
          <p:cNvPicPr>
            <a:picLocks noChangeAspect="1"/>
          </p:cNvPicPr>
          <p:nvPr/>
        </p:nvPicPr>
        <p:blipFill>
          <a:blip r:embed="rId2"/>
          <a:stretch>
            <a:fillRect/>
          </a:stretch>
        </p:blipFill>
        <p:spPr>
          <a:xfrm>
            <a:off x="0" y="276571"/>
            <a:ext cx="12192000" cy="6304857"/>
          </a:xfrm>
          <a:prstGeom prst="rect">
            <a:avLst/>
          </a:prstGeom>
        </p:spPr>
      </p:pic>
      <p:sp>
        <p:nvSpPr>
          <p:cNvPr id="8" name="正方形/長方形 7">
            <a:extLst>
              <a:ext uri="{FF2B5EF4-FFF2-40B4-BE49-F238E27FC236}">
                <a16:creationId xmlns:a16="http://schemas.microsoft.com/office/drawing/2014/main" id="{6E5BE717-9654-938C-77A8-70770D6019FD}"/>
              </a:ext>
            </a:extLst>
          </p:cNvPr>
          <p:cNvSpPr/>
          <p:nvPr/>
        </p:nvSpPr>
        <p:spPr>
          <a:xfrm>
            <a:off x="6257365" y="1927412"/>
            <a:ext cx="5576047" cy="46540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5655AF2-5E9B-1CA0-1AC8-6A874ED92FC3}"/>
              </a:ext>
            </a:extLst>
          </p:cNvPr>
          <p:cNvSpPr txBox="1"/>
          <p:nvPr/>
        </p:nvSpPr>
        <p:spPr>
          <a:xfrm>
            <a:off x="6191793" y="2174965"/>
            <a:ext cx="3076483" cy="2462213"/>
          </a:xfrm>
          <a:prstGeom prst="rect">
            <a:avLst/>
          </a:prstGeom>
          <a:noFill/>
        </p:spPr>
        <p:txBody>
          <a:bodyPr wrap="none" rtlCol="0">
            <a:spAutoFit/>
          </a:bodyPr>
          <a:lstStyle/>
          <a:p>
            <a:r>
              <a:rPr kumimoji="1" lang="ja-JP" altLang="en-US" sz="1400" dirty="0"/>
              <a:t>長浜～米原</a:t>
            </a:r>
            <a:endParaRPr kumimoji="1" lang="en-US" altLang="ja-JP" sz="1400" dirty="0"/>
          </a:p>
          <a:p>
            <a:r>
              <a:rPr kumimoji="1" lang="ja-JP" altLang="en-US" sz="1400" dirty="0"/>
              <a:t>　近江塩津方面　　　遅れなし</a:t>
            </a:r>
            <a:endParaRPr kumimoji="1" lang="en-US" altLang="ja-JP" sz="1400" dirty="0"/>
          </a:p>
          <a:p>
            <a:r>
              <a:rPr kumimoji="1" lang="ja-JP" altLang="en-US" sz="1400" dirty="0"/>
              <a:t>　京都方面　　　　　遅れなし</a:t>
            </a:r>
            <a:endParaRPr kumimoji="1" lang="en-US" altLang="ja-JP" sz="1400" dirty="0"/>
          </a:p>
          <a:p>
            <a:endParaRPr kumimoji="1" lang="en-US" altLang="ja-JP" sz="1400" dirty="0"/>
          </a:p>
          <a:p>
            <a:r>
              <a:rPr kumimoji="1" lang="ja-JP" altLang="en-US" sz="1400" dirty="0"/>
              <a:t>米原～野洲</a:t>
            </a:r>
            <a:endParaRPr kumimoji="1" lang="en-US" altLang="ja-JP" sz="1400" dirty="0"/>
          </a:p>
          <a:p>
            <a:r>
              <a:rPr kumimoji="1" lang="ja-JP" altLang="en-US" sz="1400" dirty="0"/>
              <a:t>　近江塩津方面　　　遅れなし</a:t>
            </a:r>
            <a:endParaRPr kumimoji="1" lang="en-US" altLang="ja-JP" sz="1400" dirty="0"/>
          </a:p>
          <a:p>
            <a:r>
              <a:rPr kumimoji="1" lang="ja-JP" altLang="en-US" sz="1400" dirty="0"/>
              <a:t>　京都方面　　　　　</a:t>
            </a:r>
            <a:r>
              <a:rPr kumimoji="1" lang="ja-JP" altLang="en-US" sz="1400" dirty="0">
                <a:solidFill>
                  <a:srgbClr val="FF0000"/>
                </a:solidFill>
              </a:rPr>
              <a:t>最大</a:t>
            </a:r>
            <a:r>
              <a:rPr kumimoji="1" lang="en-US" altLang="ja-JP" sz="1400" dirty="0">
                <a:solidFill>
                  <a:srgbClr val="FF0000"/>
                </a:solidFill>
              </a:rPr>
              <a:t>14</a:t>
            </a:r>
            <a:r>
              <a:rPr kumimoji="1" lang="ja-JP" altLang="en-US" sz="1400" dirty="0">
                <a:solidFill>
                  <a:srgbClr val="FF0000"/>
                </a:solidFill>
              </a:rPr>
              <a:t>分遅れ</a:t>
            </a:r>
            <a:endParaRPr kumimoji="1" lang="en-US" altLang="ja-JP" sz="1400" dirty="0">
              <a:solidFill>
                <a:srgbClr val="FF0000"/>
              </a:solidFill>
            </a:endParaRPr>
          </a:p>
          <a:p>
            <a:endParaRPr kumimoji="1" lang="en-US" altLang="ja-JP" sz="1400" dirty="0">
              <a:solidFill>
                <a:srgbClr val="FF0000"/>
              </a:solidFill>
            </a:endParaRPr>
          </a:p>
          <a:p>
            <a:r>
              <a:rPr kumimoji="1" lang="ja-JP" altLang="en-US" sz="1400" dirty="0"/>
              <a:t>野洲～京都</a:t>
            </a:r>
            <a:endParaRPr kumimoji="1" lang="en-US" altLang="ja-JP" sz="1400" dirty="0"/>
          </a:p>
          <a:p>
            <a:r>
              <a:rPr kumimoji="1" lang="ja-JP" altLang="en-US" sz="1400" dirty="0"/>
              <a:t>　近江塩津方面　　　遅れなし</a:t>
            </a:r>
            <a:endParaRPr kumimoji="1" lang="en-US" altLang="ja-JP" sz="1400" dirty="0"/>
          </a:p>
          <a:p>
            <a:r>
              <a:rPr kumimoji="1" lang="ja-JP" altLang="en-US" sz="1400" dirty="0"/>
              <a:t>　京都方面　　　　　</a:t>
            </a:r>
            <a:r>
              <a:rPr kumimoji="1" lang="ja-JP" altLang="en-US" sz="1400" dirty="0">
                <a:solidFill>
                  <a:srgbClr val="FF0000"/>
                </a:solidFill>
              </a:rPr>
              <a:t>最大</a:t>
            </a:r>
            <a:r>
              <a:rPr kumimoji="1" lang="en-US" altLang="ja-JP" sz="1400" dirty="0">
                <a:solidFill>
                  <a:srgbClr val="FF0000"/>
                </a:solidFill>
              </a:rPr>
              <a:t>29</a:t>
            </a:r>
            <a:r>
              <a:rPr kumimoji="1" lang="ja-JP" altLang="en-US" sz="1400" dirty="0">
                <a:solidFill>
                  <a:srgbClr val="FF0000"/>
                </a:solidFill>
              </a:rPr>
              <a:t>分遅れ</a:t>
            </a:r>
          </a:p>
        </p:txBody>
      </p:sp>
    </p:spTree>
    <p:extLst>
      <p:ext uri="{BB962C8B-B14F-4D97-AF65-F5344CB8AC3E}">
        <p14:creationId xmlns:p14="http://schemas.microsoft.com/office/powerpoint/2010/main" val="192973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3397-2BD8-0596-ABD1-95CF38934458}"/>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B9C4E952-3D9B-6E6E-A29E-2489BFE1B3A7}"/>
              </a:ext>
            </a:extLst>
          </p:cNvPr>
          <p:cNvPicPr>
            <a:picLocks noChangeAspect="1"/>
          </p:cNvPicPr>
          <p:nvPr/>
        </p:nvPicPr>
        <p:blipFill>
          <a:blip r:embed="rId2"/>
          <a:stretch>
            <a:fillRect/>
          </a:stretch>
        </p:blipFill>
        <p:spPr>
          <a:xfrm>
            <a:off x="0" y="276571"/>
            <a:ext cx="12192000" cy="6304857"/>
          </a:xfrm>
          <a:prstGeom prst="rect">
            <a:avLst/>
          </a:prstGeom>
        </p:spPr>
      </p:pic>
      <p:sp>
        <p:nvSpPr>
          <p:cNvPr id="8" name="正方形/長方形 7">
            <a:extLst>
              <a:ext uri="{FF2B5EF4-FFF2-40B4-BE49-F238E27FC236}">
                <a16:creationId xmlns:a16="http://schemas.microsoft.com/office/drawing/2014/main" id="{1682F455-6EAF-5055-718D-F229F4B14CD6}"/>
              </a:ext>
            </a:extLst>
          </p:cNvPr>
          <p:cNvSpPr/>
          <p:nvPr/>
        </p:nvSpPr>
        <p:spPr>
          <a:xfrm>
            <a:off x="6257365" y="1927412"/>
            <a:ext cx="5576047" cy="46540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9" name="テキスト ボックス 8">
            <a:extLst>
              <a:ext uri="{FF2B5EF4-FFF2-40B4-BE49-F238E27FC236}">
                <a16:creationId xmlns:a16="http://schemas.microsoft.com/office/drawing/2014/main" id="{ED728FEF-ABB5-8F99-F46F-9FED67258183}"/>
              </a:ext>
            </a:extLst>
          </p:cNvPr>
          <p:cNvSpPr txBox="1"/>
          <p:nvPr/>
        </p:nvSpPr>
        <p:spPr>
          <a:xfrm>
            <a:off x="6191793" y="2174965"/>
            <a:ext cx="3076483" cy="1815882"/>
          </a:xfrm>
          <a:prstGeom prst="rect">
            <a:avLst/>
          </a:prstGeom>
          <a:noFill/>
        </p:spPr>
        <p:txBody>
          <a:bodyPr wrap="none" rtlCol="0">
            <a:spAutoFit/>
          </a:bodyPr>
          <a:lstStyle/>
          <a:p>
            <a:r>
              <a:rPr kumimoji="1" lang="ja-JP" altLang="en-US" sz="1400" dirty="0"/>
              <a:t>京都～高槻</a:t>
            </a:r>
            <a:endParaRPr kumimoji="1" lang="en-US" altLang="ja-JP" sz="1400" dirty="0"/>
          </a:p>
          <a:p>
            <a:r>
              <a:rPr kumimoji="1" lang="ja-JP" altLang="en-US" sz="1400" dirty="0"/>
              <a:t>　京都方面　　　　　</a:t>
            </a:r>
            <a:r>
              <a:rPr kumimoji="1" lang="ja-JP" altLang="en-US" sz="1400" dirty="0">
                <a:solidFill>
                  <a:srgbClr val="FFE766"/>
                </a:solidFill>
              </a:rPr>
              <a:t>最大</a:t>
            </a:r>
            <a:r>
              <a:rPr kumimoji="1" lang="en-US" altLang="ja-JP" sz="1400" dirty="0">
                <a:solidFill>
                  <a:srgbClr val="FFE766"/>
                </a:solidFill>
              </a:rPr>
              <a:t>2</a:t>
            </a:r>
            <a:r>
              <a:rPr kumimoji="1" lang="ja-JP" altLang="en-US" sz="1400" dirty="0">
                <a:solidFill>
                  <a:srgbClr val="FFE766"/>
                </a:solidFill>
              </a:rPr>
              <a:t>分遅れ</a:t>
            </a:r>
            <a:endParaRPr kumimoji="1" lang="en-US" altLang="ja-JP" sz="1400" dirty="0">
              <a:solidFill>
                <a:srgbClr val="FFE766"/>
              </a:solidFill>
            </a:endParaRPr>
          </a:p>
          <a:p>
            <a:r>
              <a:rPr kumimoji="1" lang="ja-JP" altLang="en-US" sz="1400" dirty="0"/>
              <a:t>　大阪方面　　　　　遅れなし</a:t>
            </a:r>
            <a:endParaRPr kumimoji="1" lang="en-US" altLang="ja-JP" sz="1400" dirty="0"/>
          </a:p>
          <a:p>
            <a:endParaRPr kumimoji="1" lang="en-US" altLang="ja-JP" sz="1400" dirty="0"/>
          </a:p>
          <a:p>
            <a:endParaRPr kumimoji="1" lang="en-US" altLang="ja-JP" sz="1400" dirty="0"/>
          </a:p>
          <a:p>
            <a:r>
              <a:rPr kumimoji="1" lang="ja-JP" altLang="en-US" sz="1400" dirty="0"/>
              <a:t>高槻～大阪</a:t>
            </a:r>
            <a:endParaRPr kumimoji="1" lang="en-US" altLang="ja-JP" sz="1400" dirty="0"/>
          </a:p>
          <a:p>
            <a:r>
              <a:rPr kumimoji="1" lang="ja-JP" altLang="en-US" sz="1400" dirty="0"/>
              <a:t>　京都方面　　　　　</a:t>
            </a:r>
            <a:r>
              <a:rPr kumimoji="1" lang="ja-JP" altLang="en-US" sz="1400" dirty="0">
                <a:solidFill>
                  <a:srgbClr val="FFE766"/>
                </a:solidFill>
              </a:rPr>
              <a:t>最大</a:t>
            </a:r>
            <a:r>
              <a:rPr kumimoji="1" lang="en-US" altLang="ja-JP" sz="1400" dirty="0">
                <a:solidFill>
                  <a:srgbClr val="FFE766"/>
                </a:solidFill>
              </a:rPr>
              <a:t>2</a:t>
            </a:r>
            <a:r>
              <a:rPr kumimoji="1" lang="ja-JP" altLang="en-US" sz="1400" dirty="0">
                <a:solidFill>
                  <a:srgbClr val="FFE766"/>
                </a:solidFill>
              </a:rPr>
              <a:t>分遅れ</a:t>
            </a:r>
            <a:endParaRPr kumimoji="1" lang="en-US" altLang="ja-JP" sz="1400" dirty="0">
              <a:solidFill>
                <a:srgbClr val="FFE766"/>
              </a:solidFill>
            </a:endParaRPr>
          </a:p>
          <a:p>
            <a:r>
              <a:rPr kumimoji="1" lang="ja-JP" altLang="en-US" sz="1400" dirty="0"/>
              <a:t>　大阪方面　　　　　</a:t>
            </a:r>
            <a:r>
              <a:rPr kumimoji="1" lang="ja-JP" altLang="en-US" sz="1400" dirty="0">
                <a:solidFill>
                  <a:srgbClr val="FF0000"/>
                </a:solidFill>
              </a:rPr>
              <a:t>最大</a:t>
            </a:r>
            <a:r>
              <a:rPr kumimoji="1" lang="en-US" altLang="ja-JP" sz="1400" dirty="0">
                <a:solidFill>
                  <a:srgbClr val="FF0000"/>
                </a:solidFill>
              </a:rPr>
              <a:t>10</a:t>
            </a:r>
            <a:r>
              <a:rPr kumimoji="1" lang="ja-JP" altLang="en-US" sz="1400" dirty="0">
                <a:solidFill>
                  <a:srgbClr val="FF0000"/>
                </a:solidFill>
              </a:rPr>
              <a:t>分遅れ</a:t>
            </a:r>
          </a:p>
        </p:txBody>
      </p:sp>
      <p:sp>
        <p:nvSpPr>
          <p:cNvPr id="2" name="正方形/長方形 1">
            <a:extLst>
              <a:ext uri="{FF2B5EF4-FFF2-40B4-BE49-F238E27FC236}">
                <a16:creationId xmlns:a16="http://schemas.microsoft.com/office/drawing/2014/main" id="{C312A9D1-F400-8822-ACDD-28C83347CB04}"/>
              </a:ext>
            </a:extLst>
          </p:cNvPr>
          <p:cNvSpPr/>
          <p:nvPr/>
        </p:nvSpPr>
        <p:spPr>
          <a:xfrm>
            <a:off x="6496594" y="1297578"/>
            <a:ext cx="1045029" cy="182880"/>
          </a:xfrm>
          <a:prstGeom prst="rect">
            <a:avLst/>
          </a:prstGeom>
          <a:solidFill>
            <a:srgbClr val="FFE7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CE29BE27-80F8-0814-AE56-652F41FAB9F2}"/>
              </a:ext>
            </a:extLst>
          </p:cNvPr>
          <p:cNvSpPr txBox="1"/>
          <p:nvPr/>
        </p:nvSpPr>
        <p:spPr>
          <a:xfrm>
            <a:off x="6426926" y="1288869"/>
            <a:ext cx="784189" cy="261610"/>
          </a:xfrm>
          <a:prstGeom prst="rect">
            <a:avLst/>
          </a:prstGeom>
          <a:noFill/>
        </p:spPr>
        <p:txBody>
          <a:bodyPr wrap="none" rtlCol="0">
            <a:spAutoFit/>
          </a:bodyPr>
          <a:lstStyle/>
          <a:p>
            <a:r>
              <a:rPr kumimoji="1" lang="en-US" altLang="ja-JP" sz="1100" b="1" dirty="0">
                <a:solidFill>
                  <a:schemeClr val="bg1"/>
                </a:solidFill>
              </a:rPr>
              <a:t>JR</a:t>
            </a:r>
            <a:r>
              <a:rPr kumimoji="1" lang="ja-JP" altLang="en-US" sz="1100" b="1" dirty="0">
                <a:solidFill>
                  <a:schemeClr val="bg1"/>
                </a:solidFill>
              </a:rPr>
              <a:t>京都線</a:t>
            </a:r>
          </a:p>
        </p:txBody>
      </p:sp>
    </p:spTree>
    <p:extLst>
      <p:ext uri="{BB962C8B-B14F-4D97-AF65-F5344CB8AC3E}">
        <p14:creationId xmlns:p14="http://schemas.microsoft.com/office/powerpoint/2010/main" val="374106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A070C-6E06-66F1-1EF6-AF79F112267C}"/>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7F0E9567-077E-FB90-C1E0-36E93120E1D9}"/>
              </a:ext>
            </a:extLst>
          </p:cNvPr>
          <p:cNvPicPr>
            <a:picLocks noChangeAspect="1"/>
          </p:cNvPicPr>
          <p:nvPr/>
        </p:nvPicPr>
        <p:blipFill>
          <a:blip r:embed="rId2"/>
          <a:stretch>
            <a:fillRect/>
          </a:stretch>
        </p:blipFill>
        <p:spPr>
          <a:xfrm>
            <a:off x="0" y="276571"/>
            <a:ext cx="12192000" cy="6304857"/>
          </a:xfrm>
          <a:prstGeom prst="rect">
            <a:avLst/>
          </a:prstGeom>
        </p:spPr>
      </p:pic>
      <p:sp>
        <p:nvSpPr>
          <p:cNvPr id="8" name="正方形/長方形 7">
            <a:extLst>
              <a:ext uri="{FF2B5EF4-FFF2-40B4-BE49-F238E27FC236}">
                <a16:creationId xmlns:a16="http://schemas.microsoft.com/office/drawing/2014/main" id="{FA23D7EB-5E00-245E-ACB8-54E4474FC7DA}"/>
              </a:ext>
            </a:extLst>
          </p:cNvPr>
          <p:cNvSpPr/>
          <p:nvPr/>
        </p:nvSpPr>
        <p:spPr>
          <a:xfrm>
            <a:off x="6257365" y="1927412"/>
            <a:ext cx="5576047" cy="46540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9" name="テキスト ボックス 8">
            <a:extLst>
              <a:ext uri="{FF2B5EF4-FFF2-40B4-BE49-F238E27FC236}">
                <a16:creationId xmlns:a16="http://schemas.microsoft.com/office/drawing/2014/main" id="{1B475EE8-AFBC-D96C-35C8-742C4E11DB0A}"/>
              </a:ext>
            </a:extLst>
          </p:cNvPr>
          <p:cNvSpPr txBox="1"/>
          <p:nvPr/>
        </p:nvSpPr>
        <p:spPr>
          <a:xfrm>
            <a:off x="6191793" y="2174965"/>
            <a:ext cx="3615092" cy="2677656"/>
          </a:xfrm>
          <a:prstGeom prst="rect">
            <a:avLst/>
          </a:prstGeom>
          <a:noFill/>
        </p:spPr>
        <p:txBody>
          <a:bodyPr wrap="none" rtlCol="0">
            <a:spAutoFit/>
          </a:bodyPr>
          <a:lstStyle/>
          <a:p>
            <a:r>
              <a:rPr kumimoji="1" lang="ja-JP" altLang="en-US" sz="1400" dirty="0"/>
              <a:t>大阪～三ノ宮</a:t>
            </a:r>
            <a:endParaRPr kumimoji="1" lang="en-US" altLang="ja-JP" sz="1400" dirty="0"/>
          </a:p>
          <a:p>
            <a:r>
              <a:rPr kumimoji="1" lang="ja-JP" altLang="en-US" sz="1400" dirty="0"/>
              <a:t>　大阪方面　　　　　</a:t>
            </a:r>
            <a:r>
              <a:rPr kumimoji="1" lang="ja-JP" altLang="en-US" sz="1400" dirty="0">
                <a:solidFill>
                  <a:srgbClr val="FF0000"/>
                </a:solidFill>
              </a:rPr>
              <a:t>最大</a:t>
            </a:r>
            <a:r>
              <a:rPr kumimoji="1" lang="en-US" altLang="ja-JP" sz="1400" dirty="0">
                <a:solidFill>
                  <a:srgbClr val="FF0000"/>
                </a:solidFill>
              </a:rPr>
              <a:t>1</a:t>
            </a:r>
            <a:r>
              <a:rPr kumimoji="1" lang="ja-JP" altLang="en-US" sz="1400" dirty="0">
                <a:solidFill>
                  <a:srgbClr val="FF0000"/>
                </a:solidFill>
              </a:rPr>
              <a:t>時間以上遅れ</a:t>
            </a:r>
            <a:endParaRPr kumimoji="1" lang="en-US" altLang="ja-JP" sz="1400" dirty="0">
              <a:solidFill>
                <a:srgbClr val="FF0000"/>
              </a:solidFill>
            </a:endParaRPr>
          </a:p>
          <a:p>
            <a:r>
              <a:rPr kumimoji="1" lang="ja-JP" altLang="en-US" sz="1400" dirty="0"/>
              <a:t>　姫路方面　　　　　</a:t>
            </a:r>
            <a:r>
              <a:rPr kumimoji="1" lang="ja-JP" altLang="en-US" sz="1400" dirty="0">
                <a:solidFill>
                  <a:srgbClr val="FF0000"/>
                </a:solidFill>
              </a:rPr>
              <a:t>最大</a:t>
            </a:r>
            <a:r>
              <a:rPr kumimoji="1" lang="en-US" altLang="ja-JP" sz="1400" dirty="0">
                <a:solidFill>
                  <a:srgbClr val="FF0000"/>
                </a:solidFill>
              </a:rPr>
              <a:t>28</a:t>
            </a:r>
            <a:r>
              <a:rPr kumimoji="1" lang="ja-JP" altLang="en-US" sz="1400" dirty="0">
                <a:solidFill>
                  <a:srgbClr val="FF0000"/>
                </a:solidFill>
              </a:rPr>
              <a:t>分遅れ</a:t>
            </a:r>
            <a:endParaRPr kumimoji="1" lang="en-US" altLang="ja-JP" sz="1400" dirty="0">
              <a:solidFill>
                <a:srgbClr val="FF0000"/>
              </a:solidFill>
            </a:endParaRPr>
          </a:p>
          <a:p>
            <a:endParaRPr kumimoji="1" lang="en-US" altLang="ja-JP" sz="1400" dirty="0"/>
          </a:p>
          <a:p>
            <a:endParaRPr kumimoji="1" lang="en-US" altLang="ja-JP" sz="1400" dirty="0"/>
          </a:p>
          <a:p>
            <a:r>
              <a:rPr kumimoji="1" lang="ja-JP" altLang="en-US" sz="1400" dirty="0"/>
              <a:t>三ノ宮～西明石</a:t>
            </a:r>
            <a:endParaRPr kumimoji="1" lang="en-US" altLang="ja-JP" sz="1400" dirty="0"/>
          </a:p>
          <a:p>
            <a:r>
              <a:rPr kumimoji="1" lang="ja-JP" altLang="en-US" sz="1400" dirty="0"/>
              <a:t>　大阪方面　　　　　</a:t>
            </a:r>
            <a:r>
              <a:rPr kumimoji="1" lang="ja-JP" altLang="en-US" sz="1400" dirty="0">
                <a:solidFill>
                  <a:srgbClr val="FFE766"/>
                </a:solidFill>
              </a:rPr>
              <a:t>最大</a:t>
            </a:r>
            <a:r>
              <a:rPr kumimoji="1" lang="en-US" altLang="ja-JP" sz="1400" dirty="0">
                <a:solidFill>
                  <a:srgbClr val="FFE766"/>
                </a:solidFill>
              </a:rPr>
              <a:t>9</a:t>
            </a:r>
            <a:r>
              <a:rPr kumimoji="1" lang="ja-JP" altLang="en-US" sz="1400" dirty="0">
                <a:solidFill>
                  <a:srgbClr val="FFE766"/>
                </a:solidFill>
              </a:rPr>
              <a:t>分遅れ</a:t>
            </a:r>
            <a:endParaRPr kumimoji="1" lang="en-US" altLang="ja-JP" sz="1400" dirty="0">
              <a:solidFill>
                <a:srgbClr val="FFE766"/>
              </a:solidFill>
            </a:endParaRPr>
          </a:p>
          <a:p>
            <a:r>
              <a:rPr kumimoji="1" lang="ja-JP" altLang="en-US" sz="1400" dirty="0"/>
              <a:t>　姫路方面　　　　　</a:t>
            </a:r>
            <a:r>
              <a:rPr kumimoji="1" lang="ja-JP" altLang="en-US" sz="1400" dirty="0">
                <a:solidFill>
                  <a:srgbClr val="FF0000"/>
                </a:solidFill>
              </a:rPr>
              <a:t>最大</a:t>
            </a:r>
            <a:r>
              <a:rPr kumimoji="1" lang="en-US" altLang="ja-JP" sz="1400" dirty="0">
                <a:solidFill>
                  <a:srgbClr val="FF0000"/>
                </a:solidFill>
              </a:rPr>
              <a:t>10</a:t>
            </a:r>
            <a:r>
              <a:rPr kumimoji="1" lang="ja-JP" altLang="en-US" sz="1400" dirty="0">
                <a:solidFill>
                  <a:srgbClr val="FF0000"/>
                </a:solidFill>
              </a:rPr>
              <a:t>分遅れ</a:t>
            </a:r>
            <a:endParaRPr kumimoji="1" lang="en-US" altLang="ja-JP" sz="1400" dirty="0">
              <a:solidFill>
                <a:srgbClr val="FF0000"/>
              </a:solidFill>
            </a:endParaRPr>
          </a:p>
          <a:p>
            <a:endParaRPr kumimoji="1" lang="en-US" altLang="ja-JP" sz="1400" dirty="0"/>
          </a:p>
          <a:p>
            <a:r>
              <a:rPr kumimoji="1" lang="ja-JP" altLang="en-US" sz="1400" dirty="0"/>
              <a:t>西明石～姫路</a:t>
            </a:r>
            <a:endParaRPr kumimoji="1" lang="en-US" altLang="ja-JP" sz="1400" dirty="0"/>
          </a:p>
          <a:p>
            <a:r>
              <a:rPr kumimoji="1" lang="ja-JP" altLang="en-US" sz="1400" dirty="0"/>
              <a:t>　大阪方面　　　　</a:t>
            </a:r>
            <a:r>
              <a:rPr kumimoji="1" lang="ja-JP" altLang="en-US" sz="1400" dirty="0">
                <a:solidFill>
                  <a:srgbClr val="FF0000"/>
                </a:solidFill>
              </a:rPr>
              <a:t>　最大</a:t>
            </a:r>
            <a:r>
              <a:rPr kumimoji="1" lang="en-US" altLang="ja-JP" sz="1400" dirty="0">
                <a:solidFill>
                  <a:srgbClr val="FF0000"/>
                </a:solidFill>
              </a:rPr>
              <a:t>32</a:t>
            </a:r>
            <a:r>
              <a:rPr kumimoji="1" lang="ja-JP" altLang="en-US" sz="1400" dirty="0">
                <a:solidFill>
                  <a:srgbClr val="FF0000"/>
                </a:solidFill>
              </a:rPr>
              <a:t>分遅れ　　　</a:t>
            </a:r>
            <a:endParaRPr kumimoji="1" lang="en-US" altLang="ja-JP" sz="1400" dirty="0">
              <a:solidFill>
                <a:srgbClr val="FF0000"/>
              </a:solidFill>
            </a:endParaRPr>
          </a:p>
          <a:p>
            <a:r>
              <a:rPr kumimoji="1" lang="ja-JP" altLang="en-US" sz="1400" dirty="0"/>
              <a:t>　姫路方面　　　　　</a:t>
            </a:r>
            <a:r>
              <a:rPr kumimoji="1" lang="ja-JP" altLang="en-US" sz="1400" dirty="0">
                <a:solidFill>
                  <a:srgbClr val="FF0000"/>
                </a:solidFill>
              </a:rPr>
              <a:t>最大</a:t>
            </a:r>
            <a:r>
              <a:rPr kumimoji="1" lang="en-US" altLang="ja-JP" sz="1400" dirty="0">
                <a:solidFill>
                  <a:srgbClr val="FF0000"/>
                </a:solidFill>
              </a:rPr>
              <a:t>35</a:t>
            </a:r>
            <a:r>
              <a:rPr kumimoji="1" lang="ja-JP" altLang="en-US" sz="1400" dirty="0">
                <a:solidFill>
                  <a:srgbClr val="FF0000"/>
                </a:solidFill>
              </a:rPr>
              <a:t>分遅れ</a:t>
            </a:r>
          </a:p>
        </p:txBody>
      </p:sp>
      <p:sp>
        <p:nvSpPr>
          <p:cNvPr id="2" name="正方形/長方形 1">
            <a:extLst>
              <a:ext uri="{FF2B5EF4-FFF2-40B4-BE49-F238E27FC236}">
                <a16:creationId xmlns:a16="http://schemas.microsoft.com/office/drawing/2014/main" id="{6674A664-B80C-EF75-D245-F8263B89FD81}"/>
              </a:ext>
            </a:extLst>
          </p:cNvPr>
          <p:cNvSpPr/>
          <p:nvPr/>
        </p:nvSpPr>
        <p:spPr>
          <a:xfrm>
            <a:off x="6496594" y="1297578"/>
            <a:ext cx="1045029" cy="182880"/>
          </a:xfrm>
          <a:prstGeom prst="rect">
            <a:avLst/>
          </a:prstGeom>
          <a:solidFill>
            <a:srgbClr val="FFE7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FF1B3B80-F161-BA5E-F1EC-163558255102}"/>
              </a:ext>
            </a:extLst>
          </p:cNvPr>
          <p:cNvSpPr txBox="1"/>
          <p:nvPr/>
        </p:nvSpPr>
        <p:spPr>
          <a:xfrm>
            <a:off x="6426926" y="1288869"/>
            <a:ext cx="784189" cy="261610"/>
          </a:xfrm>
          <a:prstGeom prst="rect">
            <a:avLst/>
          </a:prstGeom>
          <a:noFill/>
        </p:spPr>
        <p:txBody>
          <a:bodyPr wrap="none" rtlCol="0">
            <a:spAutoFit/>
          </a:bodyPr>
          <a:lstStyle/>
          <a:p>
            <a:r>
              <a:rPr kumimoji="1" lang="en-US" altLang="ja-JP" sz="1100" b="1" dirty="0">
                <a:solidFill>
                  <a:schemeClr val="bg1"/>
                </a:solidFill>
              </a:rPr>
              <a:t>JR</a:t>
            </a:r>
            <a:r>
              <a:rPr kumimoji="1" lang="ja-JP" altLang="en-US" sz="1100" b="1" dirty="0">
                <a:solidFill>
                  <a:schemeClr val="bg1"/>
                </a:solidFill>
              </a:rPr>
              <a:t>神戸線</a:t>
            </a:r>
          </a:p>
        </p:txBody>
      </p:sp>
    </p:spTree>
    <p:extLst>
      <p:ext uri="{BB962C8B-B14F-4D97-AF65-F5344CB8AC3E}">
        <p14:creationId xmlns:p14="http://schemas.microsoft.com/office/powerpoint/2010/main" val="713338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8C96F-4F6A-23C4-C779-B114F0FFFE0A}"/>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741AB1B9-4BEA-BB4B-392A-2F71A1F6599B}"/>
              </a:ext>
            </a:extLst>
          </p:cNvPr>
          <p:cNvSpPr txBox="1"/>
          <p:nvPr/>
        </p:nvSpPr>
        <p:spPr>
          <a:xfrm>
            <a:off x="2578851" y="1851645"/>
            <a:ext cx="7034298" cy="3154710"/>
          </a:xfrm>
          <a:prstGeom prst="rect">
            <a:avLst/>
          </a:prstGeom>
          <a:noFill/>
        </p:spPr>
        <p:txBody>
          <a:bodyPr wrap="none" rtlCol="0">
            <a:spAutoFit/>
          </a:bodyPr>
          <a:lstStyle/>
          <a:p>
            <a:r>
              <a:rPr kumimoji="1" lang="en-US" altLang="ja-JP" sz="19900" b="1" dirty="0"/>
              <a:t>20:13</a:t>
            </a:r>
            <a:endParaRPr kumimoji="1" lang="ja-JP" altLang="en-US" sz="19900" b="1" dirty="0"/>
          </a:p>
        </p:txBody>
      </p:sp>
      <p:sp>
        <p:nvSpPr>
          <p:cNvPr id="7" name="テキスト ボックス 6">
            <a:extLst>
              <a:ext uri="{FF2B5EF4-FFF2-40B4-BE49-F238E27FC236}">
                <a16:creationId xmlns:a16="http://schemas.microsoft.com/office/drawing/2014/main" id="{6355BBD6-9AFC-FEA4-257F-70CA2D3CE81B}"/>
              </a:ext>
            </a:extLst>
          </p:cNvPr>
          <p:cNvSpPr txBox="1"/>
          <p:nvPr/>
        </p:nvSpPr>
        <p:spPr>
          <a:xfrm>
            <a:off x="4080063" y="4744745"/>
            <a:ext cx="4031873" cy="523220"/>
          </a:xfrm>
          <a:prstGeom prst="rect">
            <a:avLst/>
          </a:prstGeom>
          <a:noFill/>
        </p:spPr>
        <p:txBody>
          <a:bodyPr wrap="none" rtlCol="0">
            <a:spAutoFit/>
          </a:bodyPr>
          <a:lstStyle/>
          <a:p>
            <a:r>
              <a:rPr kumimoji="1" lang="en-US" altLang="ja-JP" sz="2800" b="1" dirty="0"/>
              <a:t>2026</a:t>
            </a:r>
            <a:r>
              <a:rPr kumimoji="1" lang="ja-JP" altLang="en-US" sz="2800" b="1" dirty="0"/>
              <a:t>年</a:t>
            </a:r>
            <a:r>
              <a:rPr kumimoji="1" lang="en-US" altLang="ja-JP" sz="2800" b="1" dirty="0"/>
              <a:t>03</a:t>
            </a:r>
            <a:r>
              <a:rPr kumimoji="1" lang="ja-JP" altLang="en-US" sz="2800" b="1" dirty="0"/>
              <a:t>月</a:t>
            </a:r>
            <a:r>
              <a:rPr kumimoji="1" lang="en-US" altLang="ja-JP" sz="2800" b="1" dirty="0"/>
              <a:t>28</a:t>
            </a:r>
            <a:r>
              <a:rPr kumimoji="1" lang="ja-JP" altLang="en-US" sz="2800" b="1" dirty="0"/>
              <a:t>日（土）</a:t>
            </a:r>
          </a:p>
        </p:txBody>
      </p:sp>
    </p:spTree>
    <p:extLst>
      <p:ext uri="{BB962C8B-B14F-4D97-AF65-F5344CB8AC3E}">
        <p14:creationId xmlns:p14="http://schemas.microsoft.com/office/powerpoint/2010/main" val="3126388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F12F1-6EF7-AA99-829E-60DE24DAFF1A}"/>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44A175E8-308B-1150-D2BE-35C89BC76EB8}"/>
              </a:ext>
            </a:extLst>
          </p:cNvPr>
          <p:cNvPicPr>
            <a:picLocks noChangeAspect="1"/>
          </p:cNvPicPr>
          <p:nvPr/>
        </p:nvPicPr>
        <p:blipFill>
          <a:blip r:embed="rId2"/>
          <a:stretch>
            <a:fillRect/>
          </a:stretch>
        </p:blipFill>
        <p:spPr>
          <a:xfrm>
            <a:off x="0" y="276571"/>
            <a:ext cx="12192000" cy="6304857"/>
          </a:xfrm>
          <a:prstGeom prst="rect">
            <a:avLst/>
          </a:prstGeom>
        </p:spPr>
      </p:pic>
      <p:sp>
        <p:nvSpPr>
          <p:cNvPr id="8" name="正方形/長方形 7">
            <a:extLst>
              <a:ext uri="{FF2B5EF4-FFF2-40B4-BE49-F238E27FC236}">
                <a16:creationId xmlns:a16="http://schemas.microsoft.com/office/drawing/2014/main" id="{EBE9A141-88B8-0053-B818-8572080D0AAA}"/>
              </a:ext>
            </a:extLst>
          </p:cNvPr>
          <p:cNvSpPr/>
          <p:nvPr/>
        </p:nvSpPr>
        <p:spPr>
          <a:xfrm>
            <a:off x="6257365" y="1927412"/>
            <a:ext cx="5576047" cy="46540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9B860607-EE8F-D804-2639-E80E2A3BA5FF}"/>
              </a:ext>
            </a:extLst>
          </p:cNvPr>
          <p:cNvSpPr/>
          <p:nvPr/>
        </p:nvSpPr>
        <p:spPr>
          <a:xfrm>
            <a:off x="6496594" y="1297578"/>
            <a:ext cx="1045029" cy="182880"/>
          </a:xfrm>
          <a:prstGeom prst="rect">
            <a:avLst/>
          </a:prstGeom>
          <a:solidFill>
            <a:srgbClr val="FFE7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B5EF0E01-7DEC-188C-D685-EA26393D9A46}"/>
              </a:ext>
            </a:extLst>
          </p:cNvPr>
          <p:cNvSpPr txBox="1"/>
          <p:nvPr/>
        </p:nvSpPr>
        <p:spPr>
          <a:xfrm>
            <a:off x="6426926" y="1288869"/>
            <a:ext cx="784189" cy="261610"/>
          </a:xfrm>
          <a:prstGeom prst="rect">
            <a:avLst/>
          </a:prstGeom>
          <a:noFill/>
        </p:spPr>
        <p:txBody>
          <a:bodyPr wrap="none" rtlCol="0">
            <a:spAutoFit/>
          </a:bodyPr>
          <a:lstStyle/>
          <a:p>
            <a:r>
              <a:rPr kumimoji="1" lang="en-US" altLang="ja-JP" sz="1100" b="1" dirty="0">
                <a:solidFill>
                  <a:schemeClr val="bg1"/>
                </a:solidFill>
              </a:rPr>
              <a:t>JR</a:t>
            </a:r>
            <a:r>
              <a:rPr kumimoji="1" lang="ja-JP" altLang="en-US" sz="1100" b="1" dirty="0">
                <a:solidFill>
                  <a:schemeClr val="bg1"/>
                </a:solidFill>
              </a:rPr>
              <a:t>神戸線</a:t>
            </a:r>
          </a:p>
        </p:txBody>
      </p:sp>
      <p:sp>
        <p:nvSpPr>
          <p:cNvPr id="4" name="正方形/長方形 3">
            <a:extLst>
              <a:ext uri="{FF2B5EF4-FFF2-40B4-BE49-F238E27FC236}">
                <a16:creationId xmlns:a16="http://schemas.microsoft.com/office/drawing/2014/main" id="{DBCBA85A-A91B-4F32-E517-9FC3530EFEB3}"/>
              </a:ext>
            </a:extLst>
          </p:cNvPr>
          <p:cNvSpPr/>
          <p:nvPr/>
        </p:nvSpPr>
        <p:spPr>
          <a:xfrm>
            <a:off x="6113418" y="714104"/>
            <a:ext cx="6078582" cy="587603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D497ABEC-4325-6295-7CBA-F11B0DF6C0AB}"/>
              </a:ext>
            </a:extLst>
          </p:cNvPr>
          <p:cNvSpPr/>
          <p:nvPr/>
        </p:nvSpPr>
        <p:spPr>
          <a:xfrm>
            <a:off x="7029353" y="953589"/>
            <a:ext cx="4032069" cy="4659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緊急地震速報（警報）</a:t>
            </a:r>
          </a:p>
        </p:txBody>
      </p:sp>
      <p:pic>
        <p:nvPicPr>
          <p:cNvPr id="10" name="図 9">
            <a:extLst>
              <a:ext uri="{FF2B5EF4-FFF2-40B4-BE49-F238E27FC236}">
                <a16:creationId xmlns:a16="http://schemas.microsoft.com/office/drawing/2014/main" id="{AE236427-7A6D-A31E-BA85-B8C7A0CF9E89}"/>
              </a:ext>
            </a:extLst>
          </p:cNvPr>
          <p:cNvPicPr>
            <a:picLocks noChangeAspect="1"/>
          </p:cNvPicPr>
          <p:nvPr/>
        </p:nvPicPr>
        <p:blipFill>
          <a:blip r:embed="rId3"/>
          <a:stretch>
            <a:fillRect/>
          </a:stretch>
        </p:blipFill>
        <p:spPr>
          <a:xfrm>
            <a:off x="6257366" y="2264229"/>
            <a:ext cx="2109644" cy="2487836"/>
          </a:xfrm>
          <a:prstGeom prst="rect">
            <a:avLst/>
          </a:prstGeom>
        </p:spPr>
      </p:pic>
      <p:sp>
        <p:nvSpPr>
          <p:cNvPr id="11" name="テキスト ボックス 10">
            <a:extLst>
              <a:ext uri="{FF2B5EF4-FFF2-40B4-BE49-F238E27FC236}">
                <a16:creationId xmlns:a16="http://schemas.microsoft.com/office/drawing/2014/main" id="{FDEBFE0F-DC25-10F1-FB92-31AB6DA09FAD}"/>
              </a:ext>
            </a:extLst>
          </p:cNvPr>
          <p:cNvSpPr txBox="1"/>
          <p:nvPr/>
        </p:nvSpPr>
        <p:spPr>
          <a:xfrm>
            <a:off x="6214965" y="1501281"/>
            <a:ext cx="3865161" cy="646331"/>
          </a:xfrm>
          <a:prstGeom prst="rect">
            <a:avLst/>
          </a:prstGeom>
          <a:noFill/>
        </p:spPr>
        <p:txBody>
          <a:bodyPr wrap="none" rtlCol="0">
            <a:spAutoFit/>
          </a:bodyPr>
          <a:lstStyle/>
          <a:p>
            <a:r>
              <a:rPr kumimoji="1" lang="ja-JP" altLang="en-US" dirty="0"/>
              <a:t>千葉県で地震</a:t>
            </a:r>
            <a:endParaRPr kumimoji="1" lang="en-US" altLang="ja-JP" dirty="0"/>
          </a:p>
          <a:p>
            <a:r>
              <a:rPr kumimoji="1" lang="ja-JP" altLang="en-US" dirty="0"/>
              <a:t>強い揺れに警戒に警戒してください</a:t>
            </a:r>
          </a:p>
        </p:txBody>
      </p:sp>
      <p:sp>
        <p:nvSpPr>
          <p:cNvPr id="12" name="テキスト ボックス 11">
            <a:extLst>
              <a:ext uri="{FF2B5EF4-FFF2-40B4-BE49-F238E27FC236}">
                <a16:creationId xmlns:a16="http://schemas.microsoft.com/office/drawing/2014/main" id="{B67F3FB5-0607-D0C7-7396-D6FDBA9DB876}"/>
              </a:ext>
            </a:extLst>
          </p:cNvPr>
          <p:cNvSpPr txBox="1"/>
          <p:nvPr/>
        </p:nvSpPr>
        <p:spPr>
          <a:xfrm>
            <a:off x="8409410" y="2263473"/>
            <a:ext cx="1338828" cy="369332"/>
          </a:xfrm>
          <a:prstGeom prst="rect">
            <a:avLst/>
          </a:prstGeom>
          <a:noFill/>
        </p:spPr>
        <p:txBody>
          <a:bodyPr wrap="none" rtlCol="0">
            <a:spAutoFit/>
          </a:bodyPr>
          <a:lstStyle/>
          <a:p>
            <a:r>
              <a:rPr kumimoji="1" lang="ja-JP" altLang="en-US" dirty="0"/>
              <a:t>千葉　東京</a:t>
            </a:r>
          </a:p>
        </p:txBody>
      </p:sp>
      <p:sp>
        <p:nvSpPr>
          <p:cNvPr id="13" name="テキスト ボックス 12">
            <a:extLst>
              <a:ext uri="{FF2B5EF4-FFF2-40B4-BE49-F238E27FC236}">
                <a16:creationId xmlns:a16="http://schemas.microsoft.com/office/drawing/2014/main" id="{B1700366-406A-E1FE-712E-A729B8FF9999}"/>
              </a:ext>
            </a:extLst>
          </p:cNvPr>
          <p:cNvSpPr txBox="1"/>
          <p:nvPr/>
        </p:nvSpPr>
        <p:spPr>
          <a:xfrm>
            <a:off x="6257364" y="4987387"/>
            <a:ext cx="1338828" cy="369332"/>
          </a:xfrm>
          <a:prstGeom prst="rect">
            <a:avLst/>
          </a:prstGeom>
          <a:noFill/>
        </p:spPr>
        <p:txBody>
          <a:bodyPr wrap="none" rtlCol="0">
            <a:spAutoFit/>
          </a:bodyPr>
          <a:lstStyle/>
          <a:p>
            <a:r>
              <a:rPr kumimoji="1" lang="ja-JP" altLang="en-US" dirty="0"/>
              <a:t>大阪生野区</a:t>
            </a:r>
          </a:p>
        </p:txBody>
      </p:sp>
      <p:sp>
        <p:nvSpPr>
          <p:cNvPr id="15" name="テキスト ボックス 14">
            <a:extLst>
              <a:ext uri="{FF2B5EF4-FFF2-40B4-BE49-F238E27FC236}">
                <a16:creationId xmlns:a16="http://schemas.microsoft.com/office/drawing/2014/main" id="{7C0A0154-2116-6129-0D78-47F9A11FA96A}"/>
              </a:ext>
            </a:extLst>
          </p:cNvPr>
          <p:cNvSpPr txBox="1"/>
          <p:nvPr/>
        </p:nvSpPr>
        <p:spPr>
          <a:xfrm>
            <a:off x="6285574" y="5544984"/>
            <a:ext cx="2464136" cy="584775"/>
          </a:xfrm>
          <a:prstGeom prst="rect">
            <a:avLst/>
          </a:prstGeom>
          <a:noFill/>
        </p:spPr>
        <p:txBody>
          <a:bodyPr wrap="none" rtlCol="0">
            <a:spAutoFit/>
          </a:bodyPr>
          <a:lstStyle/>
          <a:p>
            <a:r>
              <a:rPr kumimoji="1" lang="ja-JP" altLang="en-US" sz="3200" dirty="0"/>
              <a:t>予想震度　</a:t>
            </a:r>
            <a:r>
              <a:rPr kumimoji="1" lang="en-US" altLang="ja-JP" sz="3200" dirty="0"/>
              <a:t>4</a:t>
            </a:r>
          </a:p>
        </p:txBody>
      </p:sp>
      <p:sp>
        <p:nvSpPr>
          <p:cNvPr id="16" name="テキスト ボックス 15">
            <a:extLst>
              <a:ext uri="{FF2B5EF4-FFF2-40B4-BE49-F238E27FC236}">
                <a16:creationId xmlns:a16="http://schemas.microsoft.com/office/drawing/2014/main" id="{FB131FEF-F69F-AF2F-B634-95EA72D21005}"/>
              </a:ext>
            </a:extLst>
          </p:cNvPr>
          <p:cNvSpPr txBox="1"/>
          <p:nvPr/>
        </p:nvSpPr>
        <p:spPr>
          <a:xfrm>
            <a:off x="9152709" y="5544984"/>
            <a:ext cx="2783134" cy="584775"/>
          </a:xfrm>
          <a:prstGeom prst="rect">
            <a:avLst/>
          </a:prstGeom>
          <a:noFill/>
        </p:spPr>
        <p:txBody>
          <a:bodyPr wrap="none" rtlCol="0">
            <a:spAutoFit/>
          </a:bodyPr>
          <a:lstStyle/>
          <a:p>
            <a:r>
              <a:rPr kumimoji="1" lang="ja-JP" altLang="en-US" sz="3200" dirty="0"/>
              <a:t>到達まで </a:t>
            </a:r>
            <a:r>
              <a:rPr kumimoji="1" lang="en-US" altLang="ja-JP" sz="3200" dirty="0"/>
              <a:t>32</a:t>
            </a:r>
            <a:r>
              <a:rPr kumimoji="1" lang="ja-JP" altLang="en-US" sz="3200" dirty="0"/>
              <a:t>秒</a:t>
            </a:r>
            <a:endParaRPr kumimoji="1" lang="en-US" altLang="ja-JP" sz="3200" dirty="0"/>
          </a:p>
        </p:txBody>
      </p:sp>
    </p:spTree>
    <p:extLst>
      <p:ext uri="{BB962C8B-B14F-4D97-AF65-F5344CB8AC3E}">
        <p14:creationId xmlns:p14="http://schemas.microsoft.com/office/powerpoint/2010/main" val="236841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77072651-8093-431B-CF20-B6ED9827CF4F}"/>
              </a:ext>
            </a:extLst>
          </p:cNvPr>
          <p:cNvPicPr>
            <a:picLocks noChangeAspect="1"/>
          </p:cNvPicPr>
          <p:nvPr/>
        </p:nvPicPr>
        <p:blipFill>
          <a:blip r:embed="rId2"/>
          <a:stretch>
            <a:fillRect/>
          </a:stretch>
        </p:blipFill>
        <p:spPr>
          <a:xfrm>
            <a:off x="0" y="283098"/>
            <a:ext cx="12192000" cy="6291803"/>
          </a:xfrm>
          <a:prstGeom prst="rect">
            <a:avLst/>
          </a:prstGeom>
        </p:spPr>
      </p:pic>
      <p:sp>
        <p:nvSpPr>
          <p:cNvPr id="6" name="正方形/長方形 5">
            <a:extLst>
              <a:ext uri="{FF2B5EF4-FFF2-40B4-BE49-F238E27FC236}">
                <a16:creationId xmlns:a16="http://schemas.microsoft.com/office/drawing/2014/main" id="{50FF57D8-24BF-9849-3081-FE2CA2AF2147}"/>
              </a:ext>
            </a:extLst>
          </p:cNvPr>
          <p:cNvSpPr/>
          <p:nvPr/>
        </p:nvSpPr>
        <p:spPr>
          <a:xfrm>
            <a:off x="11059886" y="283098"/>
            <a:ext cx="1132114" cy="60480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17F6EDF-8ADD-3C5C-1D77-797975E70579}"/>
              </a:ext>
            </a:extLst>
          </p:cNvPr>
          <p:cNvSpPr/>
          <p:nvPr/>
        </p:nvSpPr>
        <p:spPr>
          <a:xfrm>
            <a:off x="11164389" y="283098"/>
            <a:ext cx="923108" cy="378753"/>
          </a:xfrm>
          <a:prstGeom prst="rect">
            <a:avLst/>
          </a:prstGeom>
          <a:solidFill>
            <a:srgbClr val="FFE76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時報停止</a:t>
            </a:r>
          </a:p>
        </p:txBody>
      </p:sp>
      <p:sp>
        <p:nvSpPr>
          <p:cNvPr id="8" name="テキスト ボックス 7">
            <a:extLst>
              <a:ext uri="{FF2B5EF4-FFF2-40B4-BE49-F238E27FC236}">
                <a16:creationId xmlns:a16="http://schemas.microsoft.com/office/drawing/2014/main" id="{5665CA9D-6D04-E6B4-0609-75D660F6EC4A}"/>
              </a:ext>
            </a:extLst>
          </p:cNvPr>
          <p:cNvSpPr txBox="1"/>
          <p:nvPr/>
        </p:nvSpPr>
        <p:spPr>
          <a:xfrm>
            <a:off x="11059886" y="676014"/>
            <a:ext cx="1172116" cy="200055"/>
          </a:xfrm>
          <a:prstGeom prst="rect">
            <a:avLst/>
          </a:prstGeom>
          <a:noFill/>
        </p:spPr>
        <p:txBody>
          <a:bodyPr wrap="none" rtlCol="0">
            <a:spAutoFit/>
          </a:bodyPr>
          <a:lstStyle/>
          <a:p>
            <a:r>
              <a:rPr kumimoji="1" lang="ja-JP" altLang="en-US" sz="700" dirty="0"/>
              <a:t>時報は通常通り鳴ります</a:t>
            </a:r>
          </a:p>
        </p:txBody>
      </p:sp>
      <p:sp>
        <p:nvSpPr>
          <p:cNvPr id="9" name="正方形/長方形 8">
            <a:extLst>
              <a:ext uri="{FF2B5EF4-FFF2-40B4-BE49-F238E27FC236}">
                <a16:creationId xmlns:a16="http://schemas.microsoft.com/office/drawing/2014/main" id="{C0FD0A63-5190-E78A-3282-57F4F33870D7}"/>
              </a:ext>
            </a:extLst>
          </p:cNvPr>
          <p:cNvSpPr/>
          <p:nvPr/>
        </p:nvSpPr>
        <p:spPr>
          <a:xfrm>
            <a:off x="11164389" y="885099"/>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solidFill>
              </a:rPr>
              <a:t>ネットワーク状態表示</a:t>
            </a:r>
          </a:p>
        </p:txBody>
      </p:sp>
      <p:sp>
        <p:nvSpPr>
          <p:cNvPr id="10" name="正方形/長方形 9">
            <a:extLst>
              <a:ext uri="{FF2B5EF4-FFF2-40B4-BE49-F238E27FC236}">
                <a16:creationId xmlns:a16="http://schemas.microsoft.com/office/drawing/2014/main" id="{81A1C4FC-08A2-A80B-9342-179146AA8757}"/>
              </a:ext>
            </a:extLst>
          </p:cNvPr>
          <p:cNvSpPr/>
          <p:nvPr/>
        </p:nvSpPr>
        <p:spPr>
          <a:xfrm>
            <a:off x="11164389" y="6196148"/>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再起動</a:t>
            </a:r>
          </a:p>
        </p:txBody>
      </p:sp>
      <p:sp>
        <p:nvSpPr>
          <p:cNvPr id="11" name="正方形/長方形 10">
            <a:extLst>
              <a:ext uri="{FF2B5EF4-FFF2-40B4-BE49-F238E27FC236}">
                <a16:creationId xmlns:a16="http://schemas.microsoft.com/office/drawing/2014/main" id="{B83ABDEC-33EC-FA1F-770F-3A5B858B97D0}"/>
              </a:ext>
            </a:extLst>
          </p:cNvPr>
          <p:cNvSpPr/>
          <p:nvPr/>
        </p:nvSpPr>
        <p:spPr>
          <a:xfrm>
            <a:off x="11164389" y="5761144"/>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画面消灯</a:t>
            </a:r>
          </a:p>
        </p:txBody>
      </p:sp>
    </p:spTree>
    <p:extLst>
      <p:ext uri="{BB962C8B-B14F-4D97-AF65-F5344CB8AC3E}">
        <p14:creationId xmlns:p14="http://schemas.microsoft.com/office/powerpoint/2010/main" val="3150300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F7A12-7E74-0F5A-8A7D-FAD988110674}"/>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4DFF78E5-9FA9-FE1F-9B1D-B92F81D26D61}"/>
              </a:ext>
            </a:extLst>
          </p:cNvPr>
          <p:cNvPicPr>
            <a:picLocks noChangeAspect="1"/>
          </p:cNvPicPr>
          <p:nvPr/>
        </p:nvPicPr>
        <p:blipFill>
          <a:blip r:embed="rId2"/>
          <a:stretch>
            <a:fillRect/>
          </a:stretch>
        </p:blipFill>
        <p:spPr>
          <a:xfrm>
            <a:off x="0" y="283098"/>
            <a:ext cx="12192000" cy="6291803"/>
          </a:xfrm>
          <a:prstGeom prst="rect">
            <a:avLst/>
          </a:prstGeom>
        </p:spPr>
      </p:pic>
      <p:sp>
        <p:nvSpPr>
          <p:cNvPr id="6" name="正方形/長方形 5">
            <a:extLst>
              <a:ext uri="{FF2B5EF4-FFF2-40B4-BE49-F238E27FC236}">
                <a16:creationId xmlns:a16="http://schemas.microsoft.com/office/drawing/2014/main" id="{1DA1F674-A913-56FA-1974-5273E9C84D80}"/>
              </a:ext>
            </a:extLst>
          </p:cNvPr>
          <p:cNvSpPr/>
          <p:nvPr/>
        </p:nvSpPr>
        <p:spPr>
          <a:xfrm>
            <a:off x="11059886" y="283098"/>
            <a:ext cx="1132114" cy="60480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4A696C6E-5C08-54A7-2F85-F443E3A77564}"/>
              </a:ext>
            </a:extLst>
          </p:cNvPr>
          <p:cNvSpPr/>
          <p:nvPr/>
        </p:nvSpPr>
        <p:spPr>
          <a:xfrm>
            <a:off x="11164389" y="283098"/>
            <a:ext cx="923108" cy="378753"/>
          </a:xfrm>
          <a:prstGeom prst="rect">
            <a:avLst/>
          </a:prstGeom>
          <a:solidFill>
            <a:srgbClr val="FFE76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時報停止</a:t>
            </a:r>
          </a:p>
        </p:txBody>
      </p:sp>
      <p:sp>
        <p:nvSpPr>
          <p:cNvPr id="8" name="テキスト ボックス 7">
            <a:extLst>
              <a:ext uri="{FF2B5EF4-FFF2-40B4-BE49-F238E27FC236}">
                <a16:creationId xmlns:a16="http://schemas.microsoft.com/office/drawing/2014/main" id="{F0F3625B-8E3C-99F1-B3BA-FA296E9CFBB0}"/>
              </a:ext>
            </a:extLst>
          </p:cNvPr>
          <p:cNvSpPr txBox="1"/>
          <p:nvPr/>
        </p:nvSpPr>
        <p:spPr>
          <a:xfrm>
            <a:off x="11059886" y="676014"/>
            <a:ext cx="1172116" cy="200055"/>
          </a:xfrm>
          <a:prstGeom prst="rect">
            <a:avLst/>
          </a:prstGeom>
          <a:noFill/>
        </p:spPr>
        <p:txBody>
          <a:bodyPr wrap="none" rtlCol="0">
            <a:spAutoFit/>
          </a:bodyPr>
          <a:lstStyle/>
          <a:p>
            <a:r>
              <a:rPr kumimoji="1" lang="ja-JP" altLang="en-US" sz="700" dirty="0"/>
              <a:t>時報は通常通り鳴ります</a:t>
            </a:r>
          </a:p>
        </p:txBody>
      </p:sp>
      <p:sp>
        <p:nvSpPr>
          <p:cNvPr id="9" name="正方形/長方形 8">
            <a:extLst>
              <a:ext uri="{FF2B5EF4-FFF2-40B4-BE49-F238E27FC236}">
                <a16:creationId xmlns:a16="http://schemas.microsoft.com/office/drawing/2014/main" id="{4931023D-EB92-700E-4418-1E66AEF0AB84}"/>
              </a:ext>
            </a:extLst>
          </p:cNvPr>
          <p:cNvSpPr/>
          <p:nvPr/>
        </p:nvSpPr>
        <p:spPr>
          <a:xfrm>
            <a:off x="11164389" y="885099"/>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solidFill>
              </a:rPr>
              <a:t>ネットワーク状態表示</a:t>
            </a:r>
          </a:p>
        </p:txBody>
      </p:sp>
      <p:sp>
        <p:nvSpPr>
          <p:cNvPr id="10" name="正方形/長方形 9">
            <a:extLst>
              <a:ext uri="{FF2B5EF4-FFF2-40B4-BE49-F238E27FC236}">
                <a16:creationId xmlns:a16="http://schemas.microsoft.com/office/drawing/2014/main" id="{877999C0-579E-13EB-D3CC-A1FBA6877A1A}"/>
              </a:ext>
            </a:extLst>
          </p:cNvPr>
          <p:cNvSpPr/>
          <p:nvPr/>
        </p:nvSpPr>
        <p:spPr>
          <a:xfrm>
            <a:off x="11164389" y="6196148"/>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再起動</a:t>
            </a:r>
          </a:p>
        </p:txBody>
      </p:sp>
      <p:sp>
        <p:nvSpPr>
          <p:cNvPr id="11" name="正方形/長方形 10">
            <a:extLst>
              <a:ext uri="{FF2B5EF4-FFF2-40B4-BE49-F238E27FC236}">
                <a16:creationId xmlns:a16="http://schemas.microsoft.com/office/drawing/2014/main" id="{045DDFED-B3FF-9D48-88CC-DF85037D1D77}"/>
              </a:ext>
            </a:extLst>
          </p:cNvPr>
          <p:cNvSpPr/>
          <p:nvPr/>
        </p:nvSpPr>
        <p:spPr>
          <a:xfrm>
            <a:off x="11164389" y="5761144"/>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画面消灯</a:t>
            </a:r>
          </a:p>
        </p:txBody>
      </p:sp>
      <p:sp>
        <p:nvSpPr>
          <p:cNvPr id="2" name="正方形/長方形 1">
            <a:extLst>
              <a:ext uri="{FF2B5EF4-FFF2-40B4-BE49-F238E27FC236}">
                <a16:creationId xmlns:a16="http://schemas.microsoft.com/office/drawing/2014/main" id="{E1D70072-A6E1-6A72-722F-1893F7C46760}"/>
              </a:ext>
            </a:extLst>
          </p:cNvPr>
          <p:cNvSpPr/>
          <p:nvPr/>
        </p:nvSpPr>
        <p:spPr>
          <a:xfrm>
            <a:off x="0" y="283098"/>
            <a:ext cx="12192000" cy="6291803"/>
          </a:xfrm>
          <a:prstGeom prst="rect">
            <a:avLst/>
          </a:prstGeom>
          <a:solidFill>
            <a:srgbClr val="002060">
              <a:alpha val="40000"/>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
        <p:nvSpPr>
          <p:cNvPr id="4" name="正方形/長方形 3">
            <a:extLst>
              <a:ext uri="{FF2B5EF4-FFF2-40B4-BE49-F238E27FC236}">
                <a16:creationId xmlns:a16="http://schemas.microsoft.com/office/drawing/2014/main" id="{9B0DBE04-443E-B9EE-861D-08561D8A74DE}"/>
              </a:ext>
            </a:extLst>
          </p:cNvPr>
          <p:cNvSpPr/>
          <p:nvPr/>
        </p:nvSpPr>
        <p:spPr>
          <a:xfrm>
            <a:off x="485192" y="601647"/>
            <a:ext cx="11221617" cy="5654707"/>
          </a:xfrm>
          <a:prstGeom prst="rect">
            <a:avLst/>
          </a:prstGeom>
          <a:solidFill>
            <a:srgbClr val="002060"/>
          </a:solidFill>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
        <p:nvSpPr>
          <p:cNvPr id="12" name="テキスト ボックス 11">
            <a:extLst>
              <a:ext uri="{FF2B5EF4-FFF2-40B4-BE49-F238E27FC236}">
                <a16:creationId xmlns:a16="http://schemas.microsoft.com/office/drawing/2014/main" id="{6584E2A4-9A71-B4FA-7EEC-6D47BE7678C8}"/>
              </a:ext>
            </a:extLst>
          </p:cNvPr>
          <p:cNvSpPr txBox="1"/>
          <p:nvPr/>
        </p:nvSpPr>
        <p:spPr>
          <a:xfrm>
            <a:off x="4836681" y="661851"/>
            <a:ext cx="2518638" cy="307777"/>
          </a:xfrm>
          <a:prstGeom prst="rect">
            <a:avLst/>
          </a:prstGeom>
          <a:noFill/>
        </p:spPr>
        <p:txBody>
          <a:bodyPr wrap="none" rtlCol="0">
            <a:spAutoFit/>
          </a:bodyPr>
          <a:lstStyle/>
          <a:p>
            <a:r>
              <a:rPr kumimoji="1" lang="ja-JP" altLang="en-US" sz="1400" dirty="0">
                <a:solidFill>
                  <a:srgbClr val="FFFF00"/>
                </a:solidFill>
              </a:rPr>
              <a:t>通信状況表示ダッシュボード</a:t>
            </a:r>
          </a:p>
        </p:txBody>
      </p:sp>
      <p:sp>
        <p:nvSpPr>
          <p:cNvPr id="13" name="テキスト ボックス 12">
            <a:extLst>
              <a:ext uri="{FF2B5EF4-FFF2-40B4-BE49-F238E27FC236}">
                <a16:creationId xmlns:a16="http://schemas.microsoft.com/office/drawing/2014/main" id="{58A2BDDB-6DCF-E918-EF83-551930537B4E}"/>
              </a:ext>
            </a:extLst>
          </p:cNvPr>
          <p:cNvSpPr txBox="1"/>
          <p:nvPr/>
        </p:nvSpPr>
        <p:spPr>
          <a:xfrm>
            <a:off x="501172" y="956075"/>
            <a:ext cx="1261884" cy="307777"/>
          </a:xfrm>
          <a:prstGeom prst="rect">
            <a:avLst/>
          </a:prstGeom>
          <a:noFill/>
        </p:spPr>
        <p:txBody>
          <a:bodyPr wrap="none" rtlCol="0">
            <a:spAutoFit/>
          </a:bodyPr>
          <a:lstStyle/>
          <a:p>
            <a:r>
              <a:rPr kumimoji="1" lang="ja-JP" altLang="en-US" sz="1400" dirty="0">
                <a:solidFill>
                  <a:srgbClr val="04E6EC"/>
                </a:solidFill>
              </a:rPr>
              <a:t>●オンライン</a:t>
            </a:r>
          </a:p>
        </p:txBody>
      </p:sp>
      <p:sp>
        <p:nvSpPr>
          <p:cNvPr id="14" name="テキスト ボックス 13">
            <a:extLst>
              <a:ext uri="{FF2B5EF4-FFF2-40B4-BE49-F238E27FC236}">
                <a16:creationId xmlns:a16="http://schemas.microsoft.com/office/drawing/2014/main" id="{65E9EF5D-A993-1DB8-74FA-6262A14D0445}"/>
              </a:ext>
            </a:extLst>
          </p:cNvPr>
          <p:cNvSpPr txBox="1"/>
          <p:nvPr/>
        </p:nvSpPr>
        <p:spPr>
          <a:xfrm>
            <a:off x="10056997" y="956075"/>
            <a:ext cx="1649811" cy="307777"/>
          </a:xfrm>
          <a:prstGeom prst="rect">
            <a:avLst/>
          </a:prstGeom>
          <a:noFill/>
        </p:spPr>
        <p:txBody>
          <a:bodyPr wrap="none" rtlCol="0">
            <a:spAutoFit/>
          </a:bodyPr>
          <a:lstStyle/>
          <a:p>
            <a:r>
              <a:rPr kumimoji="1" lang="ja-JP" altLang="en-US" sz="1400" dirty="0"/>
              <a:t>最終更新 </a:t>
            </a:r>
            <a:r>
              <a:rPr kumimoji="1" lang="en-US" altLang="ja-JP" sz="1400" dirty="0"/>
              <a:t>20:05:31</a:t>
            </a:r>
            <a:endParaRPr kumimoji="1" lang="ja-JP" altLang="en-US" sz="1400" dirty="0"/>
          </a:p>
        </p:txBody>
      </p:sp>
      <p:sp>
        <p:nvSpPr>
          <p:cNvPr id="15" name="正方形/長方形 14">
            <a:extLst>
              <a:ext uri="{FF2B5EF4-FFF2-40B4-BE49-F238E27FC236}">
                <a16:creationId xmlns:a16="http://schemas.microsoft.com/office/drawing/2014/main" id="{A766A083-14E5-FC89-6895-BB612148B1BC}"/>
              </a:ext>
            </a:extLst>
          </p:cNvPr>
          <p:cNvSpPr/>
          <p:nvPr/>
        </p:nvSpPr>
        <p:spPr>
          <a:xfrm>
            <a:off x="580268" y="1291839"/>
            <a:ext cx="11031464" cy="44693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CCEF9349-2AE7-66B7-BE53-514F18D851A2}"/>
              </a:ext>
            </a:extLst>
          </p:cNvPr>
          <p:cNvSpPr/>
          <p:nvPr/>
        </p:nvSpPr>
        <p:spPr>
          <a:xfrm>
            <a:off x="580268" y="1291839"/>
            <a:ext cx="7686654" cy="44693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A104C65A-7182-1D79-9537-CF1A92412388}"/>
              </a:ext>
            </a:extLst>
          </p:cNvPr>
          <p:cNvSpPr/>
          <p:nvPr/>
        </p:nvSpPr>
        <p:spPr>
          <a:xfrm>
            <a:off x="4422709" y="1291839"/>
            <a:ext cx="3844213" cy="44693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9585D1B6-02D3-5431-CFE9-AF866B827307}"/>
              </a:ext>
            </a:extLst>
          </p:cNvPr>
          <p:cNvSpPr txBox="1"/>
          <p:nvPr/>
        </p:nvSpPr>
        <p:spPr>
          <a:xfrm>
            <a:off x="4451104" y="1314729"/>
            <a:ext cx="3724096" cy="276999"/>
          </a:xfrm>
          <a:prstGeom prst="rect">
            <a:avLst/>
          </a:prstGeom>
          <a:noFill/>
        </p:spPr>
        <p:txBody>
          <a:bodyPr wrap="none" rtlCol="0">
            <a:spAutoFit/>
          </a:bodyPr>
          <a:lstStyle/>
          <a:p>
            <a:r>
              <a:rPr kumimoji="1" lang="ja-JP" altLang="en-US" sz="1200" dirty="0"/>
              <a:t>ローカルネットワーク（デフォルトゲートウェイ）</a:t>
            </a:r>
          </a:p>
        </p:txBody>
      </p:sp>
      <p:sp>
        <p:nvSpPr>
          <p:cNvPr id="25" name="テキスト ボックス 24">
            <a:extLst>
              <a:ext uri="{FF2B5EF4-FFF2-40B4-BE49-F238E27FC236}">
                <a16:creationId xmlns:a16="http://schemas.microsoft.com/office/drawing/2014/main" id="{A03E36E5-4B03-B04D-C69B-C8B3CC1E0094}"/>
              </a:ext>
            </a:extLst>
          </p:cNvPr>
          <p:cNvSpPr txBox="1"/>
          <p:nvPr/>
        </p:nvSpPr>
        <p:spPr>
          <a:xfrm>
            <a:off x="4451104" y="1562333"/>
            <a:ext cx="1375698" cy="276999"/>
          </a:xfrm>
          <a:prstGeom prst="rect">
            <a:avLst/>
          </a:prstGeom>
          <a:noFill/>
        </p:spPr>
        <p:txBody>
          <a:bodyPr wrap="none" rtlCol="0">
            <a:spAutoFit/>
          </a:bodyPr>
          <a:lstStyle/>
          <a:p>
            <a:r>
              <a:rPr kumimoji="1" lang="en-US" altLang="ja-JP" sz="1200" dirty="0"/>
              <a:t>IP</a:t>
            </a:r>
            <a:r>
              <a:rPr kumimoji="1" lang="ja-JP" altLang="en-US" sz="1200" dirty="0"/>
              <a:t>：</a:t>
            </a:r>
            <a:r>
              <a:rPr kumimoji="1" lang="en-US" altLang="ja-JP" sz="1200" dirty="0"/>
              <a:t>192.168.40.1</a:t>
            </a:r>
            <a:endParaRPr kumimoji="1" lang="ja-JP" altLang="en-US" sz="1200" dirty="0"/>
          </a:p>
        </p:txBody>
      </p:sp>
      <p:sp>
        <p:nvSpPr>
          <p:cNvPr id="26" name="テキスト ボックス 25">
            <a:extLst>
              <a:ext uri="{FF2B5EF4-FFF2-40B4-BE49-F238E27FC236}">
                <a16:creationId xmlns:a16="http://schemas.microsoft.com/office/drawing/2014/main" id="{B2307581-BE5B-B123-71BE-0B77EE15824F}"/>
              </a:ext>
            </a:extLst>
          </p:cNvPr>
          <p:cNvSpPr txBox="1"/>
          <p:nvPr/>
        </p:nvSpPr>
        <p:spPr>
          <a:xfrm>
            <a:off x="4471990" y="1839332"/>
            <a:ext cx="646331" cy="276999"/>
          </a:xfrm>
          <a:prstGeom prst="rect">
            <a:avLst/>
          </a:prstGeom>
          <a:noFill/>
        </p:spPr>
        <p:txBody>
          <a:bodyPr wrap="none" rtlCol="0">
            <a:spAutoFit/>
          </a:bodyPr>
          <a:lstStyle/>
          <a:p>
            <a:r>
              <a:rPr kumimoji="1" lang="ja-JP" altLang="en-US" sz="1200" dirty="0">
                <a:solidFill>
                  <a:srgbClr val="04E6EC"/>
                </a:solidFill>
              </a:rPr>
              <a:t>●正常</a:t>
            </a:r>
          </a:p>
        </p:txBody>
      </p:sp>
      <p:sp>
        <p:nvSpPr>
          <p:cNvPr id="27" name="テキスト ボックス 26">
            <a:extLst>
              <a:ext uri="{FF2B5EF4-FFF2-40B4-BE49-F238E27FC236}">
                <a16:creationId xmlns:a16="http://schemas.microsoft.com/office/drawing/2014/main" id="{19E5B6C6-33C3-DD19-A316-DA8BA3BCEE84}"/>
              </a:ext>
            </a:extLst>
          </p:cNvPr>
          <p:cNvSpPr txBox="1"/>
          <p:nvPr/>
        </p:nvSpPr>
        <p:spPr>
          <a:xfrm>
            <a:off x="4451104" y="2915836"/>
            <a:ext cx="800219" cy="461665"/>
          </a:xfrm>
          <a:prstGeom prst="rect">
            <a:avLst/>
          </a:prstGeom>
          <a:noFill/>
        </p:spPr>
        <p:txBody>
          <a:bodyPr wrap="none" rtlCol="0">
            <a:spAutoFit/>
          </a:bodyPr>
          <a:lstStyle/>
          <a:p>
            <a:r>
              <a:rPr kumimoji="1" lang="ja-JP" altLang="en-US" sz="1200" dirty="0"/>
              <a:t>応答時間</a:t>
            </a:r>
            <a:endParaRPr kumimoji="1" lang="en-US" altLang="ja-JP" sz="1200" dirty="0"/>
          </a:p>
          <a:p>
            <a:r>
              <a:rPr kumimoji="1" lang="ja-JP" altLang="en-US" sz="1200" dirty="0"/>
              <a:t>連続失敗</a:t>
            </a:r>
          </a:p>
        </p:txBody>
      </p:sp>
      <p:sp>
        <p:nvSpPr>
          <p:cNvPr id="28" name="テキスト ボックス 27">
            <a:extLst>
              <a:ext uri="{FF2B5EF4-FFF2-40B4-BE49-F238E27FC236}">
                <a16:creationId xmlns:a16="http://schemas.microsoft.com/office/drawing/2014/main" id="{A67D6FA5-8A0E-C0BB-C7F6-9BC84CCECA52}"/>
              </a:ext>
            </a:extLst>
          </p:cNvPr>
          <p:cNvSpPr txBox="1"/>
          <p:nvPr/>
        </p:nvSpPr>
        <p:spPr>
          <a:xfrm>
            <a:off x="7775732" y="2915836"/>
            <a:ext cx="399468" cy="461665"/>
          </a:xfrm>
          <a:prstGeom prst="rect">
            <a:avLst/>
          </a:prstGeom>
          <a:noFill/>
        </p:spPr>
        <p:txBody>
          <a:bodyPr wrap="none" rtlCol="0">
            <a:spAutoFit/>
          </a:bodyPr>
          <a:lstStyle/>
          <a:p>
            <a:pPr algn="r"/>
            <a:r>
              <a:rPr kumimoji="1" lang="en-US" altLang="ja-JP" sz="1200" dirty="0" err="1"/>
              <a:t>ms</a:t>
            </a:r>
            <a:endParaRPr kumimoji="1" lang="en-US" altLang="ja-JP" sz="1200" dirty="0"/>
          </a:p>
          <a:p>
            <a:pPr algn="r"/>
            <a:r>
              <a:rPr kumimoji="1" lang="ja-JP" altLang="en-US" sz="1200" dirty="0"/>
              <a:t>回</a:t>
            </a:r>
          </a:p>
        </p:txBody>
      </p:sp>
      <p:sp>
        <p:nvSpPr>
          <p:cNvPr id="29" name="テキスト ボックス 28">
            <a:extLst>
              <a:ext uri="{FF2B5EF4-FFF2-40B4-BE49-F238E27FC236}">
                <a16:creationId xmlns:a16="http://schemas.microsoft.com/office/drawing/2014/main" id="{03723B5C-1AA0-B38A-1958-DD9BEE975EC9}"/>
              </a:ext>
            </a:extLst>
          </p:cNvPr>
          <p:cNvSpPr txBox="1"/>
          <p:nvPr/>
        </p:nvSpPr>
        <p:spPr>
          <a:xfrm>
            <a:off x="7495796" y="2915836"/>
            <a:ext cx="354584" cy="461665"/>
          </a:xfrm>
          <a:prstGeom prst="rect">
            <a:avLst/>
          </a:prstGeom>
          <a:noFill/>
        </p:spPr>
        <p:txBody>
          <a:bodyPr wrap="none" rtlCol="0">
            <a:spAutoFit/>
          </a:bodyPr>
          <a:lstStyle/>
          <a:p>
            <a:pPr algn="r"/>
            <a:r>
              <a:rPr kumimoji="1" lang="en-US" altLang="ja-JP" sz="1200" dirty="0"/>
              <a:t>16</a:t>
            </a:r>
          </a:p>
          <a:p>
            <a:pPr algn="r"/>
            <a:r>
              <a:rPr kumimoji="1" lang="en-US" altLang="ja-JP" sz="1200" dirty="0"/>
              <a:t>0</a:t>
            </a:r>
            <a:endParaRPr kumimoji="1" lang="ja-JP" altLang="en-US" sz="1200" dirty="0"/>
          </a:p>
        </p:txBody>
      </p:sp>
      <p:sp>
        <p:nvSpPr>
          <p:cNvPr id="30" name="正方形/長方形 29">
            <a:extLst>
              <a:ext uri="{FF2B5EF4-FFF2-40B4-BE49-F238E27FC236}">
                <a16:creationId xmlns:a16="http://schemas.microsoft.com/office/drawing/2014/main" id="{C20259F1-458B-328C-DA47-06AFC9A8AE8F}"/>
              </a:ext>
            </a:extLst>
          </p:cNvPr>
          <p:cNvSpPr/>
          <p:nvPr/>
        </p:nvSpPr>
        <p:spPr>
          <a:xfrm>
            <a:off x="4521936" y="2668232"/>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22369579-6824-65F9-18F2-1D913ED38D99}"/>
              </a:ext>
            </a:extLst>
          </p:cNvPr>
          <p:cNvSpPr txBox="1"/>
          <p:nvPr/>
        </p:nvSpPr>
        <p:spPr>
          <a:xfrm>
            <a:off x="4594513" y="2630674"/>
            <a:ext cx="800219" cy="276999"/>
          </a:xfrm>
          <a:prstGeom prst="rect">
            <a:avLst/>
          </a:prstGeom>
          <a:noFill/>
        </p:spPr>
        <p:txBody>
          <a:bodyPr wrap="none" rtlCol="0">
            <a:spAutoFit/>
          </a:bodyPr>
          <a:lstStyle/>
          <a:p>
            <a:r>
              <a:rPr kumimoji="1" lang="ja-JP" altLang="en-US" sz="1200" dirty="0">
                <a:solidFill>
                  <a:srgbClr val="04E6EC"/>
                </a:solidFill>
              </a:rPr>
              <a:t>通信状況</a:t>
            </a:r>
          </a:p>
        </p:txBody>
      </p:sp>
      <p:sp>
        <p:nvSpPr>
          <p:cNvPr id="32" name="テキスト ボックス 31">
            <a:extLst>
              <a:ext uri="{FF2B5EF4-FFF2-40B4-BE49-F238E27FC236}">
                <a16:creationId xmlns:a16="http://schemas.microsoft.com/office/drawing/2014/main" id="{E91E0B9F-3993-5F1A-27AA-0D713945E36F}"/>
              </a:ext>
            </a:extLst>
          </p:cNvPr>
          <p:cNvSpPr txBox="1"/>
          <p:nvPr/>
        </p:nvSpPr>
        <p:spPr>
          <a:xfrm>
            <a:off x="4451104" y="3992340"/>
            <a:ext cx="901209" cy="461665"/>
          </a:xfrm>
          <a:prstGeom prst="rect">
            <a:avLst/>
          </a:prstGeom>
          <a:noFill/>
        </p:spPr>
        <p:txBody>
          <a:bodyPr wrap="none" rtlCol="0">
            <a:spAutoFit/>
          </a:bodyPr>
          <a:lstStyle/>
          <a:p>
            <a:r>
              <a:rPr kumimoji="1" lang="ja-JP" altLang="en-US" sz="1200" dirty="0"/>
              <a:t>直近</a:t>
            </a:r>
            <a:r>
              <a:rPr kumimoji="1" lang="en-US" altLang="ja-JP" sz="1200" dirty="0"/>
              <a:t>100</a:t>
            </a:r>
            <a:r>
              <a:rPr kumimoji="1" lang="ja-JP" altLang="en-US" sz="1200" dirty="0"/>
              <a:t>回</a:t>
            </a:r>
            <a:endParaRPr kumimoji="1" lang="en-US" altLang="ja-JP" sz="1200" dirty="0"/>
          </a:p>
          <a:p>
            <a:r>
              <a:rPr kumimoji="1" lang="ja-JP" altLang="en-US" sz="1200" dirty="0"/>
              <a:t>直近</a:t>
            </a:r>
            <a:r>
              <a:rPr kumimoji="1" lang="en-US" altLang="ja-JP" sz="1200" dirty="0"/>
              <a:t>600</a:t>
            </a:r>
            <a:r>
              <a:rPr kumimoji="1" lang="ja-JP" altLang="en-US" sz="1200" dirty="0"/>
              <a:t>回</a:t>
            </a:r>
          </a:p>
        </p:txBody>
      </p:sp>
      <p:sp>
        <p:nvSpPr>
          <p:cNvPr id="33" name="テキスト ボックス 32">
            <a:extLst>
              <a:ext uri="{FF2B5EF4-FFF2-40B4-BE49-F238E27FC236}">
                <a16:creationId xmlns:a16="http://schemas.microsoft.com/office/drawing/2014/main" id="{14FC46E4-5560-D2D0-F8E5-01C334331F66}"/>
              </a:ext>
            </a:extLst>
          </p:cNvPr>
          <p:cNvSpPr txBox="1"/>
          <p:nvPr/>
        </p:nvSpPr>
        <p:spPr>
          <a:xfrm>
            <a:off x="7836646" y="3992340"/>
            <a:ext cx="338554" cy="461665"/>
          </a:xfrm>
          <a:prstGeom prst="rect">
            <a:avLst/>
          </a:prstGeom>
          <a:noFill/>
        </p:spPr>
        <p:txBody>
          <a:bodyPr wrap="none" rtlCol="0">
            <a:spAutoFit/>
          </a:bodyPr>
          <a:lstStyle/>
          <a:p>
            <a:pPr algn="r"/>
            <a:r>
              <a:rPr kumimoji="1" lang="ja-JP" altLang="en-US" sz="1200" dirty="0"/>
              <a:t>％</a:t>
            </a:r>
            <a:endParaRPr kumimoji="1" lang="en-US" altLang="ja-JP" sz="1200" dirty="0"/>
          </a:p>
          <a:p>
            <a:pPr algn="r"/>
            <a:r>
              <a:rPr kumimoji="1" lang="ja-JP" altLang="en-US" sz="1200" dirty="0"/>
              <a:t>％</a:t>
            </a:r>
          </a:p>
        </p:txBody>
      </p:sp>
      <p:sp>
        <p:nvSpPr>
          <p:cNvPr id="34" name="テキスト ボックス 33">
            <a:extLst>
              <a:ext uri="{FF2B5EF4-FFF2-40B4-BE49-F238E27FC236}">
                <a16:creationId xmlns:a16="http://schemas.microsoft.com/office/drawing/2014/main" id="{4C5185BE-EDA5-B175-8311-C01996A8C456}"/>
              </a:ext>
            </a:extLst>
          </p:cNvPr>
          <p:cNvSpPr txBox="1"/>
          <p:nvPr/>
        </p:nvSpPr>
        <p:spPr>
          <a:xfrm>
            <a:off x="7452514" y="3992340"/>
            <a:ext cx="397866" cy="461665"/>
          </a:xfrm>
          <a:prstGeom prst="rect">
            <a:avLst/>
          </a:prstGeom>
          <a:noFill/>
        </p:spPr>
        <p:txBody>
          <a:bodyPr wrap="none" rtlCol="0">
            <a:spAutoFit/>
          </a:bodyPr>
          <a:lstStyle/>
          <a:p>
            <a:pPr algn="r"/>
            <a:r>
              <a:rPr kumimoji="1" lang="en-US" altLang="ja-JP" sz="1200" dirty="0"/>
              <a:t>0.0</a:t>
            </a:r>
          </a:p>
          <a:p>
            <a:pPr algn="r"/>
            <a:r>
              <a:rPr kumimoji="1" lang="en-US" altLang="ja-JP" sz="1200" dirty="0"/>
              <a:t>0.2</a:t>
            </a:r>
            <a:endParaRPr kumimoji="1" lang="ja-JP" altLang="en-US" sz="1200" dirty="0"/>
          </a:p>
        </p:txBody>
      </p:sp>
      <p:sp>
        <p:nvSpPr>
          <p:cNvPr id="35" name="正方形/長方形 34">
            <a:extLst>
              <a:ext uri="{FF2B5EF4-FFF2-40B4-BE49-F238E27FC236}">
                <a16:creationId xmlns:a16="http://schemas.microsoft.com/office/drawing/2014/main" id="{9327A24F-2E16-B4FD-E1EF-FA62CACBB61B}"/>
              </a:ext>
            </a:extLst>
          </p:cNvPr>
          <p:cNvSpPr/>
          <p:nvPr/>
        </p:nvSpPr>
        <p:spPr>
          <a:xfrm>
            <a:off x="4521936" y="3744736"/>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17A1BEA0-8A57-6D63-D9CD-B6B29C430663}"/>
              </a:ext>
            </a:extLst>
          </p:cNvPr>
          <p:cNvSpPr txBox="1"/>
          <p:nvPr/>
        </p:nvSpPr>
        <p:spPr>
          <a:xfrm>
            <a:off x="4594513" y="3707178"/>
            <a:ext cx="1723549" cy="276999"/>
          </a:xfrm>
          <a:prstGeom prst="rect">
            <a:avLst/>
          </a:prstGeom>
          <a:noFill/>
        </p:spPr>
        <p:txBody>
          <a:bodyPr wrap="none" rtlCol="0">
            <a:spAutoFit/>
          </a:bodyPr>
          <a:lstStyle/>
          <a:p>
            <a:r>
              <a:rPr kumimoji="1" lang="ja-JP" altLang="en-US" sz="1200" dirty="0">
                <a:solidFill>
                  <a:srgbClr val="04E6EC"/>
                </a:solidFill>
              </a:rPr>
              <a:t>直近のパケットロス率</a:t>
            </a:r>
          </a:p>
        </p:txBody>
      </p:sp>
      <p:sp>
        <p:nvSpPr>
          <p:cNvPr id="37" name="テキスト ボックス 36">
            <a:extLst>
              <a:ext uri="{FF2B5EF4-FFF2-40B4-BE49-F238E27FC236}">
                <a16:creationId xmlns:a16="http://schemas.microsoft.com/office/drawing/2014/main" id="{10898AC5-CC6D-3F92-6737-7C3579D1CC41}"/>
              </a:ext>
            </a:extLst>
          </p:cNvPr>
          <p:cNvSpPr txBox="1"/>
          <p:nvPr/>
        </p:nvSpPr>
        <p:spPr>
          <a:xfrm>
            <a:off x="620660" y="2915836"/>
            <a:ext cx="800219" cy="461665"/>
          </a:xfrm>
          <a:prstGeom prst="rect">
            <a:avLst/>
          </a:prstGeom>
          <a:noFill/>
        </p:spPr>
        <p:txBody>
          <a:bodyPr wrap="none" rtlCol="0">
            <a:spAutoFit/>
          </a:bodyPr>
          <a:lstStyle/>
          <a:p>
            <a:r>
              <a:rPr kumimoji="1" lang="ja-JP" altLang="en-US" sz="1200" dirty="0"/>
              <a:t>応答時間</a:t>
            </a:r>
            <a:endParaRPr kumimoji="1" lang="en-US" altLang="ja-JP" sz="1200" dirty="0"/>
          </a:p>
          <a:p>
            <a:r>
              <a:rPr kumimoji="1" lang="ja-JP" altLang="en-US" sz="1200" dirty="0"/>
              <a:t>連続失敗</a:t>
            </a:r>
          </a:p>
        </p:txBody>
      </p:sp>
      <p:sp>
        <p:nvSpPr>
          <p:cNvPr id="38" name="テキスト ボックス 37">
            <a:extLst>
              <a:ext uri="{FF2B5EF4-FFF2-40B4-BE49-F238E27FC236}">
                <a16:creationId xmlns:a16="http://schemas.microsoft.com/office/drawing/2014/main" id="{3F35911E-6ACF-46D9-D470-4A93C58A4F54}"/>
              </a:ext>
            </a:extLst>
          </p:cNvPr>
          <p:cNvSpPr txBox="1"/>
          <p:nvPr/>
        </p:nvSpPr>
        <p:spPr>
          <a:xfrm>
            <a:off x="3945288" y="2915836"/>
            <a:ext cx="399468" cy="461665"/>
          </a:xfrm>
          <a:prstGeom prst="rect">
            <a:avLst/>
          </a:prstGeom>
          <a:noFill/>
        </p:spPr>
        <p:txBody>
          <a:bodyPr wrap="none" rtlCol="0">
            <a:spAutoFit/>
          </a:bodyPr>
          <a:lstStyle/>
          <a:p>
            <a:pPr algn="r"/>
            <a:r>
              <a:rPr kumimoji="1" lang="en-US" altLang="ja-JP" sz="1200" dirty="0" err="1"/>
              <a:t>ms</a:t>
            </a:r>
            <a:endParaRPr kumimoji="1" lang="en-US" altLang="ja-JP" sz="1200" dirty="0"/>
          </a:p>
          <a:p>
            <a:pPr algn="r"/>
            <a:r>
              <a:rPr kumimoji="1" lang="ja-JP" altLang="en-US" sz="1200" dirty="0"/>
              <a:t>回</a:t>
            </a:r>
          </a:p>
        </p:txBody>
      </p:sp>
      <p:sp>
        <p:nvSpPr>
          <p:cNvPr id="39" name="テキスト ボックス 38">
            <a:extLst>
              <a:ext uri="{FF2B5EF4-FFF2-40B4-BE49-F238E27FC236}">
                <a16:creationId xmlns:a16="http://schemas.microsoft.com/office/drawing/2014/main" id="{CC5305AB-11F5-9FB6-FAAE-788F6B754811}"/>
              </a:ext>
            </a:extLst>
          </p:cNvPr>
          <p:cNvSpPr txBox="1"/>
          <p:nvPr/>
        </p:nvSpPr>
        <p:spPr>
          <a:xfrm>
            <a:off x="3665352" y="2915836"/>
            <a:ext cx="354584" cy="461665"/>
          </a:xfrm>
          <a:prstGeom prst="rect">
            <a:avLst/>
          </a:prstGeom>
          <a:noFill/>
        </p:spPr>
        <p:txBody>
          <a:bodyPr wrap="none" rtlCol="0">
            <a:spAutoFit/>
          </a:bodyPr>
          <a:lstStyle/>
          <a:p>
            <a:pPr algn="r"/>
            <a:r>
              <a:rPr kumimoji="1" lang="en-US" altLang="ja-JP" sz="1200" dirty="0"/>
              <a:t>16</a:t>
            </a:r>
          </a:p>
          <a:p>
            <a:pPr algn="r"/>
            <a:r>
              <a:rPr kumimoji="1" lang="en-US" altLang="ja-JP" sz="1200" dirty="0"/>
              <a:t>0</a:t>
            </a:r>
            <a:endParaRPr kumimoji="1" lang="ja-JP" altLang="en-US" sz="1200" dirty="0"/>
          </a:p>
        </p:txBody>
      </p:sp>
      <p:sp>
        <p:nvSpPr>
          <p:cNvPr id="40" name="正方形/長方形 39">
            <a:extLst>
              <a:ext uri="{FF2B5EF4-FFF2-40B4-BE49-F238E27FC236}">
                <a16:creationId xmlns:a16="http://schemas.microsoft.com/office/drawing/2014/main" id="{BB2E0709-82ED-E7B7-7BD4-92A2AD0D172D}"/>
              </a:ext>
            </a:extLst>
          </p:cNvPr>
          <p:cNvSpPr/>
          <p:nvPr/>
        </p:nvSpPr>
        <p:spPr>
          <a:xfrm>
            <a:off x="691492" y="2668232"/>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593DD976-6F4F-BF9B-0D78-2BCE3404ABD4}"/>
              </a:ext>
            </a:extLst>
          </p:cNvPr>
          <p:cNvSpPr txBox="1"/>
          <p:nvPr/>
        </p:nvSpPr>
        <p:spPr>
          <a:xfrm>
            <a:off x="764069" y="2630674"/>
            <a:ext cx="800219" cy="276999"/>
          </a:xfrm>
          <a:prstGeom prst="rect">
            <a:avLst/>
          </a:prstGeom>
          <a:noFill/>
        </p:spPr>
        <p:txBody>
          <a:bodyPr wrap="none" rtlCol="0">
            <a:spAutoFit/>
          </a:bodyPr>
          <a:lstStyle/>
          <a:p>
            <a:r>
              <a:rPr kumimoji="1" lang="ja-JP" altLang="en-US" sz="1200" dirty="0">
                <a:solidFill>
                  <a:srgbClr val="04E6EC"/>
                </a:solidFill>
              </a:rPr>
              <a:t>通信状況</a:t>
            </a:r>
          </a:p>
        </p:txBody>
      </p:sp>
      <p:sp>
        <p:nvSpPr>
          <p:cNvPr id="42" name="テキスト ボックス 41">
            <a:extLst>
              <a:ext uri="{FF2B5EF4-FFF2-40B4-BE49-F238E27FC236}">
                <a16:creationId xmlns:a16="http://schemas.microsoft.com/office/drawing/2014/main" id="{5D827DE5-A915-3AB6-8EA0-242D65C20D55}"/>
              </a:ext>
            </a:extLst>
          </p:cNvPr>
          <p:cNvSpPr txBox="1"/>
          <p:nvPr/>
        </p:nvSpPr>
        <p:spPr>
          <a:xfrm>
            <a:off x="620660" y="3992340"/>
            <a:ext cx="901209" cy="461665"/>
          </a:xfrm>
          <a:prstGeom prst="rect">
            <a:avLst/>
          </a:prstGeom>
          <a:noFill/>
        </p:spPr>
        <p:txBody>
          <a:bodyPr wrap="none" rtlCol="0">
            <a:spAutoFit/>
          </a:bodyPr>
          <a:lstStyle/>
          <a:p>
            <a:r>
              <a:rPr kumimoji="1" lang="ja-JP" altLang="en-US" sz="1200" dirty="0"/>
              <a:t>直近</a:t>
            </a:r>
            <a:r>
              <a:rPr kumimoji="1" lang="en-US" altLang="ja-JP" sz="1200" dirty="0"/>
              <a:t>100</a:t>
            </a:r>
            <a:r>
              <a:rPr kumimoji="1" lang="ja-JP" altLang="en-US" sz="1200" dirty="0"/>
              <a:t>回</a:t>
            </a:r>
            <a:endParaRPr kumimoji="1" lang="en-US" altLang="ja-JP" sz="1200" dirty="0"/>
          </a:p>
          <a:p>
            <a:r>
              <a:rPr kumimoji="1" lang="ja-JP" altLang="en-US" sz="1200" dirty="0"/>
              <a:t>直近</a:t>
            </a:r>
            <a:r>
              <a:rPr kumimoji="1" lang="en-US" altLang="ja-JP" sz="1200" dirty="0"/>
              <a:t>600</a:t>
            </a:r>
            <a:r>
              <a:rPr kumimoji="1" lang="ja-JP" altLang="en-US" sz="1200" dirty="0"/>
              <a:t>回</a:t>
            </a:r>
          </a:p>
        </p:txBody>
      </p:sp>
      <p:sp>
        <p:nvSpPr>
          <p:cNvPr id="43" name="テキスト ボックス 42">
            <a:extLst>
              <a:ext uri="{FF2B5EF4-FFF2-40B4-BE49-F238E27FC236}">
                <a16:creationId xmlns:a16="http://schemas.microsoft.com/office/drawing/2014/main" id="{E2064B18-B32B-11B7-23E5-596BDF62CBCC}"/>
              </a:ext>
            </a:extLst>
          </p:cNvPr>
          <p:cNvSpPr txBox="1"/>
          <p:nvPr/>
        </p:nvSpPr>
        <p:spPr>
          <a:xfrm>
            <a:off x="4006202" y="3992340"/>
            <a:ext cx="338554" cy="461665"/>
          </a:xfrm>
          <a:prstGeom prst="rect">
            <a:avLst/>
          </a:prstGeom>
          <a:noFill/>
        </p:spPr>
        <p:txBody>
          <a:bodyPr wrap="none" rtlCol="0">
            <a:spAutoFit/>
          </a:bodyPr>
          <a:lstStyle/>
          <a:p>
            <a:pPr algn="r"/>
            <a:r>
              <a:rPr kumimoji="1" lang="ja-JP" altLang="en-US" sz="1200" dirty="0"/>
              <a:t>％</a:t>
            </a:r>
            <a:endParaRPr kumimoji="1" lang="en-US" altLang="ja-JP" sz="1200" dirty="0"/>
          </a:p>
          <a:p>
            <a:pPr algn="r"/>
            <a:r>
              <a:rPr kumimoji="1" lang="ja-JP" altLang="en-US" sz="1200" dirty="0"/>
              <a:t>％</a:t>
            </a:r>
          </a:p>
        </p:txBody>
      </p:sp>
      <p:sp>
        <p:nvSpPr>
          <p:cNvPr id="44" name="テキスト ボックス 43">
            <a:extLst>
              <a:ext uri="{FF2B5EF4-FFF2-40B4-BE49-F238E27FC236}">
                <a16:creationId xmlns:a16="http://schemas.microsoft.com/office/drawing/2014/main" id="{9017B0C3-F5CE-F85B-0CB2-95E71B24BC72}"/>
              </a:ext>
            </a:extLst>
          </p:cNvPr>
          <p:cNvSpPr txBox="1"/>
          <p:nvPr/>
        </p:nvSpPr>
        <p:spPr>
          <a:xfrm>
            <a:off x="3622070" y="3992340"/>
            <a:ext cx="397866" cy="461665"/>
          </a:xfrm>
          <a:prstGeom prst="rect">
            <a:avLst/>
          </a:prstGeom>
          <a:noFill/>
        </p:spPr>
        <p:txBody>
          <a:bodyPr wrap="none" rtlCol="0">
            <a:spAutoFit/>
          </a:bodyPr>
          <a:lstStyle/>
          <a:p>
            <a:pPr algn="r"/>
            <a:r>
              <a:rPr kumimoji="1" lang="en-US" altLang="ja-JP" sz="1200" dirty="0"/>
              <a:t>7.0</a:t>
            </a:r>
          </a:p>
          <a:p>
            <a:pPr algn="r"/>
            <a:r>
              <a:rPr kumimoji="1" lang="en-US" altLang="ja-JP" sz="1200" dirty="0"/>
              <a:t>6.2</a:t>
            </a:r>
            <a:endParaRPr kumimoji="1" lang="ja-JP" altLang="en-US" sz="1200" dirty="0"/>
          </a:p>
        </p:txBody>
      </p:sp>
      <p:sp>
        <p:nvSpPr>
          <p:cNvPr id="45" name="正方形/長方形 44">
            <a:extLst>
              <a:ext uri="{FF2B5EF4-FFF2-40B4-BE49-F238E27FC236}">
                <a16:creationId xmlns:a16="http://schemas.microsoft.com/office/drawing/2014/main" id="{694C0830-8D97-D37C-8D78-5A4CB50C306C}"/>
              </a:ext>
            </a:extLst>
          </p:cNvPr>
          <p:cNvSpPr/>
          <p:nvPr/>
        </p:nvSpPr>
        <p:spPr>
          <a:xfrm>
            <a:off x="691492" y="3744736"/>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F04CCB3C-3C50-DEAB-5800-19C28BDE1E79}"/>
              </a:ext>
            </a:extLst>
          </p:cNvPr>
          <p:cNvSpPr txBox="1"/>
          <p:nvPr/>
        </p:nvSpPr>
        <p:spPr>
          <a:xfrm>
            <a:off x="764069" y="3707178"/>
            <a:ext cx="1723549" cy="276999"/>
          </a:xfrm>
          <a:prstGeom prst="rect">
            <a:avLst/>
          </a:prstGeom>
          <a:noFill/>
        </p:spPr>
        <p:txBody>
          <a:bodyPr wrap="none" rtlCol="0">
            <a:spAutoFit/>
          </a:bodyPr>
          <a:lstStyle/>
          <a:p>
            <a:r>
              <a:rPr kumimoji="1" lang="ja-JP" altLang="en-US" sz="1200" dirty="0">
                <a:solidFill>
                  <a:srgbClr val="04E6EC"/>
                </a:solidFill>
              </a:rPr>
              <a:t>直近のパケットロス率</a:t>
            </a:r>
          </a:p>
        </p:txBody>
      </p:sp>
      <p:sp>
        <p:nvSpPr>
          <p:cNvPr id="48" name="正方形/長方形 47">
            <a:extLst>
              <a:ext uri="{FF2B5EF4-FFF2-40B4-BE49-F238E27FC236}">
                <a16:creationId xmlns:a16="http://schemas.microsoft.com/office/drawing/2014/main" id="{084390E1-4396-1FC0-C456-08A127677091}"/>
              </a:ext>
            </a:extLst>
          </p:cNvPr>
          <p:cNvSpPr/>
          <p:nvPr/>
        </p:nvSpPr>
        <p:spPr>
          <a:xfrm>
            <a:off x="8318159" y="1384341"/>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0EE88994-AE3E-76FB-3E7D-88FA18B4AF2C}"/>
              </a:ext>
            </a:extLst>
          </p:cNvPr>
          <p:cNvSpPr txBox="1"/>
          <p:nvPr/>
        </p:nvSpPr>
        <p:spPr>
          <a:xfrm>
            <a:off x="8390736" y="1346783"/>
            <a:ext cx="1261884" cy="276999"/>
          </a:xfrm>
          <a:prstGeom prst="rect">
            <a:avLst/>
          </a:prstGeom>
          <a:noFill/>
        </p:spPr>
        <p:txBody>
          <a:bodyPr wrap="none" rtlCol="0">
            <a:spAutoFit/>
          </a:bodyPr>
          <a:lstStyle/>
          <a:p>
            <a:r>
              <a:rPr kumimoji="1" lang="ja-JP" altLang="en-US" sz="1200" dirty="0">
                <a:solidFill>
                  <a:srgbClr val="04E6EC"/>
                </a:solidFill>
              </a:rPr>
              <a:t>データ更新時刻</a:t>
            </a:r>
          </a:p>
        </p:txBody>
      </p:sp>
      <p:sp>
        <p:nvSpPr>
          <p:cNvPr id="50" name="正方形/長方形 49">
            <a:extLst>
              <a:ext uri="{FF2B5EF4-FFF2-40B4-BE49-F238E27FC236}">
                <a16:creationId xmlns:a16="http://schemas.microsoft.com/office/drawing/2014/main" id="{00B6D785-5431-3A25-8851-92D841653B79}"/>
              </a:ext>
            </a:extLst>
          </p:cNvPr>
          <p:cNvSpPr/>
          <p:nvPr/>
        </p:nvSpPr>
        <p:spPr>
          <a:xfrm>
            <a:off x="8318159" y="3967843"/>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B866BEE4-7478-68CF-F305-708A3CCA486E}"/>
              </a:ext>
            </a:extLst>
          </p:cNvPr>
          <p:cNvSpPr txBox="1"/>
          <p:nvPr/>
        </p:nvSpPr>
        <p:spPr>
          <a:xfrm>
            <a:off x="8390736" y="3930285"/>
            <a:ext cx="1261884" cy="276999"/>
          </a:xfrm>
          <a:prstGeom prst="rect">
            <a:avLst/>
          </a:prstGeom>
          <a:noFill/>
        </p:spPr>
        <p:txBody>
          <a:bodyPr wrap="none" rtlCol="0">
            <a:spAutoFit/>
          </a:bodyPr>
          <a:lstStyle/>
          <a:p>
            <a:r>
              <a:rPr kumimoji="1" lang="ja-JP" altLang="en-US" sz="1200" dirty="0">
                <a:solidFill>
                  <a:srgbClr val="04E6EC"/>
                </a:solidFill>
              </a:rPr>
              <a:t>本日の通信状況</a:t>
            </a:r>
          </a:p>
        </p:txBody>
      </p:sp>
      <p:sp>
        <p:nvSpPr>
          <p:cNvPr id="52" name="テキスト ボックス 51">
            <a:extLst>
              <a:ext uri="{FF2B5EF4-FFF2-40B4-BE49-F238E27FC236}">
                <a16:creationId xmlns:a16="http://schemas.microsoft.com/office/drawing/2014/main" id="{7F0EDE41-8AF8-C440-A397-AFC12F829640}"/>
              </a:ext>
            </a:extLst>
          </p:cNvPr>
          <p:cNvSpPr txBox="1"/>
          <p:nvPr/>
        </p:nvSpPr>
        <p:spPr>
          <a:xfrm>
            <a:off x="8316203" y="1626578"/>
            <a:ext cx="2847254" cy="2123658"/>
          </a:xfrm>
          <a:prstGeom prst="rect">
            <a:avLst/>
          </a:prstGeom>
          <a:noFill/>
        </p:spPr>
        <p:txBody>
          <a:bodyPr wrap="none" rtlCol="0">
            <a:spAutoFit/>
          </a:bodyPr>
          <a:lstStyle/>
          <a:p>
            <a:r>
              <a:rPr kumimoji="1" lang="ja-JP" altLang="en-US" sz="1200" dirty="0"/>
              <a:t>一般路線バス</a:t>
            </a:r>
            <a:endParaRPr kumimoji="1" lang="en-US" altLang="ja-JP" sz="1200" dirty="0"/>
          </a:p>
          <a:p>
            <a:r>
              <a:rPr kumimoji="1" lang="ja-JP" altLang="en-US" sz="1200" dirty="0"/>
              <a:t>　更新間隔　　　</a:t>
            </a:r>
            <a:r>
              <a:rPr kumimoji="1" lang="en-US" altLang="ja-JP" sz="1200" dirty="0"/>
              <a:t>15</a:t>
            </a:r>
            <a:r>
              <a:rPr kumimoji="1" lang="ja-JP" altLang="en-US" sz="1200" dirty="0"/>
              <a:t>秒</a:t>
            </a:r>
            <a:endParaRPr kumimoji="1" lang="en-US" altLang="ja-JP" sz="1200" dirty="0"/>
          </a:p>
          <a:p>
            <a:r>
              <a:rPr kumimoji="1" lang="ja-JP" altLang="en-US" sz="1200" dirty="0"/>
              <a:t>　最終更新　　　</a:t>
            </a:r>
            <a:r>
              <a:rPr kumimoji="1" lang="en-US" altLang="ja-JP" sz="1200" dirty="0"/>
              <a:t>2026/08/04 20:05:15</a:t>
            </a:r>
          </a:p>
          <a:p>
            <a:endParaRPr kumimoji="1" lang="en-US" altLang="ja-JP" sz="1200" dirty="0"/>
          </a:p>
          <a:p>
            <a:r>
              <a:rPr kumimoji="1" lang="ja-JP" altLang="en-US" sz="1200" dirty="0"/>
              <a:t>いまざとライナー</a:t>
            </a:r>
            <a:endParaRPr kumimoji="1" lang="en-US" altLang="ja-JP" sz="1200" dirty="0"/>
          </a:p>
          <a:p>
            <a:r>
              <a:rPr kumimoji="1" lang="ja-JP" altLang="en-US" sz="1200" dirty="0"/>
              <a:t>　更新間隔　　　</a:t>
            </a:r>
            <a:r>
              <a:rPr kumimoji="1" lang="en-US" altLang="ja-JP" sz="1200" dirty="0"/>
              <a:t>30</a:t>
            </a:r>
            <a:r>
              <a:rPr kumimoji="1" lang="ja-JP" altLang="en-US" sz="1200" dirty="0"/>
              <a:t>秒</a:t>
            </a:r>
            <a:endParaRPr kumimoji="1" lang="en-US" altLang="ja-JP" sz="1200" dirty="0"/>
          </a:p>
          <a:p>
            <a:r>
              <a:rPr kumimoji="1" lang="ja-JP" altLang="en-US" sz="1200" dirty="0"/>
              <a:t>　最終更新　　　</a:t>
            </a:r>
            <a:r>
              <a:rPr kumimoji="1" lang="en-US" altLang="ja-JP" sz="1200" dirty="0"/>
              <a:t>2026/08/04 20:05:00</a:t>
            </a:r>
          </a:p>
          <a:p>
            <a:endParaRPr kumimoji="1" lang="en-US" altLang="ja-JP" sz="1200" dirty="0"/>
          </a:p>
          <a:p>
            <a:r>
              <a:rPr kumimoji="1" lang="ja-JP" altLang="en-US" sz="1200" dirty="0"/>
              <a:t>オンラインインフォメーション情報</a:t>
            </a:r>
            <a:endParaRPr kumimoji="1" lang="en-US" altLang="ja-JP" sz="1200" dirty="0"/>
          </a:p>
          <a:p>
            <a:r>
              <a:rPr kumimoji="1" lang="ja-JP" altLang="en-US" sz="1200" dirty="0"/>
              <a:t>　更新間隔　　　</a:t>
            </a:r>
            <a:r>
              <a:rPr kumimoji="1" lang="en-US" altLang="ja-JP" sz="1200" dirty="0"/>
              <a:t>300</a:t>
            </a:r>
            <a:r>
              <a:rPr kumimoji="1" lang="ja-JP" altLang="en-US" sz="1200" dirty="0"/>
              <a:t>秒（</a:t>
            </a:r>
            <a:r>
              <a:rPr kumimoji="1" lang="en-US" altLang="ja-JP" sz="1200" dirty="0"/>
              <a:t>5</a:t>
            </a:r>
            <a:r>
              <a:rPr kumimoji="1" lang="ja-JP" altLang="en-US" sz="1200" dirty="0"/>
              <a:t>分）</a:t>
            </a:r>
            <a:endParaRPr kumimoji="1" lang="en-US" altLang="ja-JP" sz="1200" dirty="0"/>
          </a:p>
          <a:p>
            <a:r>
              <a:rPr kumimoji="1" lang="ja-JP" altLang="en-US" sz="1200" dirty="0"/>
              <a:t>　最終更新　　　</a:t>
            </a:r>
            <a:r>
              <a:rPr kumimoji="1" lang="en-US" altLang="ja-JP" sz="1200" dirty="0"/>
              <a:t>2026/08/04 20:03:15</a:t>
            </a:r>
            <a:endParaRPr kumimoji="1" lang="ja-JP" altLang="en-US" sz="1200" dirty="0"/>
          </a:p>
        </p:txBody>
      </p:sp>
      <p:sp>
        <p:nvSpPr>
          <p:cNvPr id="54" name="テキスト ボックス 53">
            <a:extLst>
              <a:ext uri="{FF2B5EF4-FFF2-40B4-BE49-F238E27FC236}">
                <a16:creationId xmlns:a16="http://schemas.microsoft.com/office/drawing/2014/main" id="{AD0821C0-C832-5159-8E8D-01310A6B9D92}"/>
              </a:ext>
            </a:extLst>
          </p:cNvPr>
          <p:cNvSpPr txBox="1"/>
          <p:nvPr/>
        </p:nvSpPr>
        <p:spPr>
          <a:xfrm>
            <a:off x="8316203" y="4200878"/>
            <a:ext cx="3243196" cy="1015663"/>
          </a:xfrm>
          <a:prstGeom prst="rect">
            <a:avLst/>
          </a:prstGeom>
          <a:noFill/>
        </p:spPr>
        <p:txBody>
          <a:bodyPr wrap="none" rtlCol="0">
            <a:spAutoFit/>
          </a:bodyPr>
          <a:lstStyle/>
          <a:p>
            <a:r>
              <a:rPr kumimoji="1" lang="ja-JP" altLang="en-US" sz="1200" dirty="0"/>
              <a:t>オフライン回数</a:t>
            </a:r>
            <a:endParaRPr kumimoji="1" lang="en-US" altLang="ja-JP" sz="1200" dirty="0"/>
          </a:p>
          <a:p>
            <a:r>
              <a:rPr kumimoji="1" lang="ja-JP" altLang="en-US" sz="1200" dirty="0"/>
              <a:t>最大連続ロス</a:t>
            </a:r>
            <a:endParaRPr kumimoji="1" lang="en-US" altLang="ja-JP" sz="1200" dirty="0"/>
          </a:p>
          <a:p>
            <a:r>
              <a:rPr kumimoji="1" lang="ja-JP" altLang="en-US" sz="1200" dirty="0"/>
              <a:t>累計オフライン</a:t>
            </a:r>
            <a:endParaRPr kumimoji="1" lang="en-US" altLang="ja-JP" sz="1200" dirty="0"/>
          </a:p>
          <a:p>
            <a:endParaRPr kumimoji="1" lang="en-US" altLang="ja-JP" sz="1200" dirty="0"/>
          </a:p>
          <a:p>
            <a:r>
              <a:rPr kumimoji="1" lang="ja-JP" altLang="en-US" sz="1200" dirty="0"/>
              <a:t>最終ロス　　　　　　　　　　　　</a:t>
            </a:r>
            <a:r>
              <a:rPr kumimoji="1" lang="en-US" altLang="ja-JP" sz="1200" dirty="0"/>
              <a:t>19:58:42</a:t>
            </a:r>
          </a:p>
        </p:txBody>
      </p:sp>
      <p:sp>
        <p:nvSpPr>
          <p:cNvPr id="55" name="テキスト ボックス 54">
            <a:extLst>
              <a:ext uri="{FF2B5EF4-FFF2-40B4-BE49-F238E27FC236}">
                <a16:creationId xmlns:a16="http://schemas.microsoft.com/office/drawing/2014/main" id="{BD9BEBEF-D3C1-C95F-2E47-6D287D6AE81D}"/>
              </a:ext>
            </a:extLst>
          </p:cNvPr>
          <p:cNvSpPr txBox="1"/>
          <p:nvPr/>
        </p:nvSpPr>
        <p:spPr>
          <a:xfrm>
            <a:off x="11187856" y="4204232"/>
            <a:ext cx="338554" cy="646331"/>
          </a:xfrm>
          <a:prstGeom prst="rect">
            <a:avLst/>
          </a:prstGeom>
          <a:noFill/>
        </p:spPr>
        <p:txBody>
          <a:bodyPr wrap="none" rtlCol="0">
            <a:spAutoFit/>
          </a:bodyPr>
          <a:lstStyle/>
          <a:p>
            <a:pPr algn="r"/>
            <a:r>
              <a:rPr kumimoji="1" lang="ja-JP" altLang="en-US" sz="1200" dirty="0"/>
              <a:t>回</a:t>
            </a:r>
            <a:endParaRPr kumimoji="1" lang="en-US" altLang="ja-JP" sz="1200" dirty="0"/>
          </a:p>
          <a:p>
            <a:pPr algn="r"/>
            <a:r>
              <a:rPr kumimoji="1" lang="ja-JP" altLang="en-US" sz="1200" dirty="0"/>
              <a:t>回</a:t>
            </a:r>
            <a:endParaRPr kumimoji="1" lang="en-US" altLang="ja-JP" sz="1200" dirty="0"/>
          </a:p>
          <a:p>
            <a:pPr algn="r"/>
            <a:r>
              <a:rPr kumimoji="1" lang="ja-JP" altLang="en-US" sz="1200" dirty="0"/>
              <a:t>回</a:t>
            </a:r>
          </a:p>
        </p:txBody>
      </p:sp>
      <p:sp>
        <p:nvSpPr>
          <p:cNvPr id="56" name="テキスト ボックス 55">
            <a:extLst>
              <a:ext uri="{FF2B5EF4-FFF2-40B4-BE49-F238E27FC236}">
                <a16:creationId xmlns:a16="http://schemas.microsoft.com/office/drawing/2014/main" id="{3473817A-ACDD-4C4C-A91B-6D0386659A1E}"/>
              </a:ext>
            </a:extLst>
          </p:cNvPr>
          <p:cNvSpPr txBox="1"/>
          <p:nvPr/>
        </p:nvSpPr>
        <p:spPr>
          <a:xfrm>
            <a:off x="10847006" y="4204232"/>
            <a:ext cx="354584" cy="646331"/>
          </a:xfrm>
          <a:prstGeom prst="rect">
            <a:avLst/>
          </a:prstGeom>
          <a:noFill/>
        </p:spPr>
        <p:txBody>
          <a:bodyPr wrap="none" rtlCol="0">
            <a:spAutoFit/>
          </a:bodyPr>
          <a:lstStyle/>
          <a:p>
            <a:pPr algn="r"/>
            <a:r>
              <a:rPr kumimoji="1" lang="en-US" altLang="ja-JP" sz="1200" dirty="0"/>
              <a:t>3</a:t>
            </a:r>
          </a:p>
          <a:p>
            <a:pPr algn="r"/>
            <a:r>
              <a:rPr kumimoji="1" lang="en-US" altLang="ja-JP" sz="1200" dirty="0"/>
              <a:t>8</a:t>
            </a:r>
          </a:p>
          <a:p>
            <a:pPr algn="r"/>
            <a:r>
              <a:rPr kumimoji="1" lang="en-US" altLang="ja-JP" sz="1200" dirty="0"/>
              <a:t>21</a:t>
            </a:r>
            <a:endParaRPr kumimoji="1" lang="ja-JP" altLang="en-US" sz="1200" dirty="0"/>
          </a:p>
        </p:txBody>
      </p:sp>
      <p:sp>
        <p:nvSpPr>
          <p:cNvPr id="57" name="正方形/長方形 56">
            <a:extLst>
              <a:ext uri="{FF2B5EF4-FFF2-40B4-BE49-F238E27FC236}">
                <a16:creationId xmlns:a16="http://schemas.microsoft.com/office/drawing/2014/main" id="{13720DBD-4F30-A6D4-E18F-9C4B7CEEC755}"/>
              </a:ext>
            </a:extLst>
          </p:cNvPr>
          <p:cNvSpPr/>
          <p:nvPr/>
        </p:nvSpPr>
        <p:spPr>
          <a:xfrm>
            <a:off x="630509" y="5322891"/>
            <a:ext cx="3752197" cy="384502"/>
          </a:xfrm>
          <a:prstGeom prst="rect">
            <a:avLst/>
          </a:prstGeom>
          <a:solidFill>
            <a:srgbClr val="002060"/>
          </a:solidFill>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dirty="0">
                <a:solidFill>
                  <a:schemeClr val="tx1"/>
                </a:solidFill>
              </a:rPr>
              <a:t>詳細</a:t>
            </a:r>
          </a:p>
        </p:txBody>
      </p:sp>
      <p:sp>
        <p:nvSpPr>
          <p:cNvPr id="58" name="正方形/長方形 57">
            <a:extLst>
              <a:ext uri="{FF2B5EF4-FFF2-40B4-BE49-F238E27FC236}">
                <a16:creationId xmlns:a16="http://schemas.microsoft.com/office/drawing/2014/main" id="{9608CD51-1664-7998-D1F3-FE798BDEC576}"/>
              </a:ext>
            </a:extLst>
          </p:cNvPr>
          <p:cNvSpPr/>
          <p:nvPr/>
        </p:nvSpPr>
        <p:spPr>
          <a:xfrm>
            <a:off x="10479186" y="5816497"/>
            <a:ext cx="1132546" cy="384502"/>
          </a:xfrm>
          <a:prstGeom prst="rect">
            <a:avLst/>
          </a:prstGeom>
          <a:solidFill>
            <a:srgbClr val="FF66CC"/>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dirty="0">
                <a:solidFill>
                  <a:schemeClr val="tx1"/>
                </a:solidFill>
              </a:rPr>
              <a:t>閉じる</a:t>
            </a:r>
          </a:p>
        </p:txBody>
      </p:sp>
      <p:sp>
        <p:nvSpPr>
          <p:cNvPr id="3" name="テキスト ボックス 2">
            <a:extLst>
              <a:ext uri="{FF2B5EF4-FFF2-40B4-BE49-F238E27FC236}">
                <a16:creationId xmlns:a16="http://schemas.microsoft.com/office/drawing/2014/main" id="{55F4317B-DB94-733E-0AD7-8418DC23357B}"/>
              </a:ext>
            </a:extLst>
          </p:cNvPr>
          <p:cNvSpPr txBox="1"/>
          <p:nvPr/>
        </p:nvSpPr>
        <p:spPr>
          <a:xfrm>
            <a:off x="606891" y="1314729"/>
            <a:ext cx="1261884" cy="276999"/>
          </a:xfrm>
          <a:prstGeom prst="rect">
            <a:avLst/>
          </a:prstGeom>
          <a:noFill/>
        </p:spPr>
        <p:txBody>
          <a:bodyPr wrap="none" rtlCol="0">
            <a:spAutoFit/>
          </a:bodyPr>
          <a:lstStyle/>
          <a:p>
            <a:r>
              <a:rPr kumimoji="1" lang="ja-JP" altLang="en-US" sz="1200" dirty="0"/>
              <a:t>インターネット</a:t>
            </a:r>
          </a:p>
        </p:txBody>
      </p:sp>
      <p:sp>
        <p:nvSpPr>
          <p:cNvPr id="16" name="テキスト ボックス 15">
            <a:extLst>
              <a:ext uri="{FF2B5EF4-FFF2-40B4-BE49-F238E27FC236}">
                <a16:creationId xmlns:a16="http://schemas.microsoft.com/office/drawing/2014/main" id="{A597477B-0721-0847-AC5B-FE0DBB8BA3FD}"/>
              </a:ext>
            </a:extLst>
          </p:cNvPr>
          <p:cNvSpPr txBox="1"/>
          <p:nvPr/>
        </p:nvSpPr>
        <p:spPr>
          <a:xfrm>
            <a:off x="606891" y="1562333"/>
            <a:ext cx="950901" cy="276999"/>
          </a:xfrm>
          <a:prstGeom prst="rect">
            <a:avLst/>
          </a:prstGeom>
          <a:noFill/>
        </p:spPr>
        <p:txBody>
          <a:bodyPr wrap="none" rtlCol="0">
            <a:spAutoFit/>
          </a:bodyPr>
          <a:lstStyle/>
          <a:p>
            <a:r>
              <a:rPr kumimoji="1" lang="en-US" altLang="ja-JP" sz="1200" dirty="0"/>
              <a:t>IP</a:t>
            </a:r>
            <a:r>
              <a:rPr kumimoji="1" lang="ja-JP" altLang="en-US" sz="1200" dirty="0"/>
              <a:t>：</a:t>
            </a:r>
            <a:r>
              <a:rPr kumimoji="1" lang="en-US" altLang="ja-JP" sz="1200" dirty="0"/>
              <a:t>8.8.8.8</a:t>
            </a:r>
            <a:endParaRPr kumimoji="1" lang="ja-JP" altLang="en-US" sz="1200" dirty="0"/>
          </a:p>
        </p:txBody>
      </p:sp>
      <p:sp>
        <p:nvSpPr>
          <p:cNvPr id="17" name="テキスト ボックス 16">
            <a:extLst>
              <a:ext uri="{FF2B5EF4-FFF2-40B4-BE49-F238E27FC236}">
                <a16:creationId xmlns:a16="http://schemas.microsoft.com/office/drawing/2014/main" id="{42BC47FA-857C-B85C-793B-856E1FC8599D}"/>
              </a:ext>
            </a:extLst>
          </p:cNvPr>
          <p:cNvSpPr txBox="1"/>
          <p:nvPr/>
        </p:nvSpPr>
        <p:spPr>
          <a:xfrm>
            <a:off x="627777" y="1839332"/>
            <a:ext cx="1261884" cy="276999"/>
          </a:xfrm>
          <a:prstGeom prst="rect">
            <a:avLst/>
          </a:prstGeom>
          <a:noFill/>
        </p:spPr>
        <p:txBody>
          <a:bodyPr wrap="none" rtlCol="0">
            <a:spAutoFit/>
          </a:bodyPr>
          <a:lstStyle/>
          <a:p>
            <a:r>
              <a:rPr kumimoji="1" lang="ja-JP" altLang="en-US" sz="1200" dirty="0">
                <a:solidFill>
                  <a:schemeClr val="accent2"/>
                </a:solidFill>
              </a:rPr>
              <a:t>●通信品質異常</a:t>
            </a:r>
          </a:p>
        </p:txBody>
      </p:sp>
      <p:sp>
        <p:nvSpPr>
          <p:cNvPr id="18" name="正方形/長方形 17">
            <a:extLst>
              <a:ext uri="{FF2B5EF4-FFF2-40B4-BE49-F238E27FC236}">
                <a16:creationId xmlns:a16="http://schemas.microsoft.com/office/drawing/2014/main" id="{4682153B-D305-2105-60B9-54640632683F}"/>
              </a:ext>
            </a:extLst>
          </p:cNvPr>
          <p:cNvSpPr/>
          <p:nvPr/>
        </p:nvSpPr>
        <p:spPr>
          <a:xfrm>
            <a:off x="4472950" y="5322891"/>
            <a:ext cx="3752197" cy="384502"/>
          </a:xfrm>
          <a:prstGeom prst="rect">
            <a:avLst/>
          </a:prstGeom>
          <a:solidFill>
            <a:srgbClr val="002060"/>
          </a:solidFill>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dirty="0">
                <a:solidFill>
                  <a:schemeClr val="tx1"/>
                </a:solidFill>
              </a:rPr>
              <a:t>詳細</a:t>
            </a:r>
          </a:p>
        </p:txBody>
      </p:sp>
    </p:spTree>
    <p:extLst>
      <p:ext uri="{BB962C8B-B14F-4D97-AF65-F5344CB8AC3E}">
        <p14:creationId xmlns:p14="http://schemas.microsoft.com/office/powerpoint/2010/main" val="1038613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B64773F6-5D89-3FED-A9CF-0FB07A746D47}"/>
              </a:ext>
            </a:extLst>
          </p:cNvPr>
          <p:cNvPicPr>
            <a:picLocks noChangeAspect="1"/>
          </p:cNvPicPr>
          <p:nvPr/>
        </p:nvPicPr>
        <p:blipFill>
          <a:blip r:embed="rId2"/>
          <a:stretch>
            <a:fillRect/>
          </a:stretch>
        </p:blipFill>
        <p:spPr>
          <a:xfrm>
            <a:off x="0" y="-18807"/>
            <a:ext cx="12192000" cy="6855220"/>
          </a:xfrm>
          <a:prstGeom prst="rect">
            <a:avLst/>
          </a:prstGeom>
        </p:spPr>
      </p:pic>
      <p:sp>
        <p:nvSpPr>
          <p:cNvPr id="6" name="正方形/長方形 5">
            <a:extLst>
              <a:ext uri="{FF2B5EF4-FFF2-40B4-BE49-F238E27FC236}">
                <a16:creationId xmlns:a16="http://schemas.microsoft.com/office/drawing/2014/main" id="{0FDF6213-233B-4F6E-F065-33F5C27E7C97}"/>
              </a:ext>
            </a:extLst>
          </p:cNvPr>
          <p:cNvSpPr/>
          <p:nvPr/>
        </p:nvSpPr>
        <p:spPr>
          <a:xfrm>
            <a:off x="7979752" y="828222"/>
            <a:ext cx="3816918" cy="5223595"/>
          </a:xfrm>
          <a:prstGeom prst="rect">
            <a:avLst/>
          </a:prstGeom>
          <a:solidFill>
            <a:srgbClr val="0625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5CE80B4C-FF92-21D8-1A67-9923639B4D3F}"/>
              </a:ext>
            </a:extLst>
          </p:cNvPr>
          <p:cNvPicPr>
            <a:picLocks noChangeAspect="1"/>
          </p:cNvPicPr>
          <p:nvPr/>
        </p:nvPicPr>
        <p:blipFill>
          <a:blip r:embed="rId3"/>
          <a:stretch>
            <a:fillRect/>
          </a:stretch>
        </p:blipFill>
        <p:spPr>
          <a:xfrm>
            <a:off x="8174783" y="860759"/>
            <a:ext cx="3610479" cy="924054"/>
          </a:xfrm>
          <a:prstGeom prst="rect">
            <a:avLst/>
          </a:prstGeom>
        </p:spPr>
      </p:pic>
      <p:pic>
        <p:nvPicPr>
          <p:cNvPr id="14" name="図 13">
            <a:extLst>
              <a:ext uri="{FF2B5EF4-FFF2-40B4-BE49-F238E27FC236}">
                <a16:creationId xmlns:a16="http://schemas.microsoft.com/office/drawing/2014/main" id="{F2222A4A-632A-A647-4E62-BA6CCE08DFDC}"/>
              </a:ext>
            </a:extLst>
          </p:cNvPr>
          <p:cNvPicPr>
            <a:picLocks noChangeAspect="1"/>
          </p:cNvPicPr>
          <p:nvPr/>
        </p:nvPicPr>
        <p:blipFill>
          <a:blip r:embed="rId4"/>
          <a:stretch>
            <a:fillRect/>
          </a:stretch>
        </p:blipFill>
        <p:spPr>
          <a:xfrm>
            <a:off x="8174783" y="1784813"/>
            <a:ext cx="2705478" cy="676369"/>
          </a:xfrm>
          <a:prstGeom prst="rect">
            <a:avLst/>
          </a:prstGeom>
        </p:spPr>
      </p:pic>
      <p:pic>
        <p:nvPicPr>
          <p:cNvPr id="16" name="図 15">
            <a:extLst>
              <a:ext uri="{FF2B5EF4-FFF2-40B4-BE49-F238E27FC236}">
                <a16:creationId xmlns:a16="http://schemas.microsoft.com/office/drawing/2014/main" id="{D6853387-83A1-D5AF-1CBB-F28ED0D06BDD}"/>
              </a:ext>
            </a:extLst>
          </p:cNvPr>
          <p:cNvPicPr>
            <a:picLocks noChangeAspect="1"/>
          </p:cNvPicPr>
          <p:nvPr/>
        </p:nvPicPr>
        <p:blipFill>
          <a:blip r:embed="rId5"/>
          <a:srcRect r="15083"/>
          <a:stretch>
            <a:fillRect/>
          </a:stretch>
        </p:blipFill>
        <p:spPr>
          <a:xfrm>
            <a:off x="8174783" y="2444710"/>
            <a:ext cx="3332867" cy="704948"/>
          </a:xfrm>
          <a:prstGeom prst="rect">
            <a:avLst/>
          </a:prstGeom>
        </p:spPr>
      </p:pic>
      <p:grpSp>
        <p:nvGrpSpPr>
          <p:cNvPr id="25" name="グループ化 24">
            <a:extLst>
              <a:ext uri="{FF2B5EF4-FFF2-40B4-BE49-F238E27FC236}">
                <a16:creationId xmlns:a16="http://schemas.microsoft.com/office/drawing/2014/main" id="{C351ED81-5423-B0E1-F212-11E27E9D7FB4}"/>
              </a:ext>
            </a:extLst>
          </p:cNvPr>
          <p:cNvGrpSpPr/>
          <p:nvPr/>
        </p:nvGrpSpPr>
        <p:grpSpPr>
          <a:xfrm>
            <a:off x="8183492" y="3094409"/>
            <a:ext cx="3345379" cy="1083350"/>
            <a:chOff x="8183492" y="4348202"/>
            <a:chExt cx="3345379" cy="1083350"/>
          </a:xfrm>
        </p:grpSpPr>
        <p:pic>
          <p:nvPicPr>
            <p:cNvPr id="10" name="図 9">
              <a:extLst>
                <a:ext uri="{FF2B5EF4-FFF2-40B4-BE49-F238E27FC236}">
                  <a16:creationId xmlns:a16="http://schemas.microsoft.com/office/drawing/2014/main" id="{6F0250C6-CC2D-D973-01B7-D73F302C2AFC}"/>
                </a:ext>
              </a:extLst>
            </p:cNvPr>
            <p:cNvPicPr>
              <a:picLocks noChangeAspect="1"/>
            </p:cNvPicPr>
            <p:nvPr/>
          </p:nvPicPr>
          <p:blipFill>
            <a:blip r:embed="rId6"/>
            <a:stretch>
              <a:fillRect/>
            </a:stretch>
          </p:blipFill>
          <p:spPr>
            <a:xfrm>
              <a:off x="8183492" y="4348202"/>
              <a:ext cx="1209844" cy="285790"/>
            </a:xfrm>
            <a:prstGeom prst="rect">
              <a:avLst/>
            </a:prstGeom>
          </p:spPr>
        </p:pic>
        <p:pic>
          <p:nvPicPr>
            <p:cNvPr id="12" name="図 11">
              <a:extLst>
                <a:ext uri="{FF2B5EF4-FFF2-40B4-BE49-F238E27FC236}">
                  <a16:creationId xmlns:a16="http://schemas.microsoft.com/office/drawing/2014/main" id="{DEFB45B5-7874-0AA6-A203-79B0DFF53D70}"/>
                </a:ext>
              </a:extLst>
            </p:cNvPr>
            <p:cNvPicPr>
              <a:picLocks noChangeAspect="1"/>
            </p:cNvPicPr>
            <p:nvPr/>
          </p:nvPicPr>
          <p:blipFill>
            <a:blip r:embed="rId7"/>
            <a:stretch>
              <a:fillRect/>
            </a:stretch>
          </p:blipFill>
          <p:spPr>
            <a:xfrm>
              <a:off x="8278224" y="4631814"/>
              <a:ext cx="3229426" cy="200053"/>
            </a:xfrm>
            <a:prstGeom prst="rect">
              <a:avLst/>
            </a:prstGeom>
          </p:spPr>
        </p:pic>
        <p:pic>
          <p:nvPicPr>
            <p:cNvPr id="18" name="図 17">
              <a:extLst>
                <a:ext uri="{FF2B5EF4-FFF2-40B4-BE49-F238E27FC236}">
                  <a16:creationId xmlns:a16="http://schemas.microsoft.com/office/drawing/2014/main" id="{F29FEDF6-FA5F-417A-2FC2-5D94CFB4E79C}"/>
                </a:ext>
              </a:extLst>
            </p:cNvPr>
            <p:cNvPicPr>
              <a:picLocks noChangeAspect="1"/>
            </p:cNvPicPr>
            <p:nvPr/>
          </p:nvPicPr>
          <p:blipFill>
            <a:blip r:embed="rId8"/>
            <a:srcRect t="-1" r="13850" b="2746"/>
            <a:stretch>
              <a:fillRect/>
            </a:stretch>
          </p:blipFill>
          <p:spPr>
            <a:xfrm>
              <a:off x="8319315" y="4827104"/>
              <a:ext cx="2667276" cy="176030"/>
            </a:xfrm>
            <a:prstGeom prst="rect">
              <a:avLst/>
            </a:prstGeom>
          </p:spPr>
        </p:pic>
        <p:pic>
          <p:nvPicPr>
            <p:cNvPr id="20" name="図 19">
              <a:extLst>
                <a:ext uri="{FF2B5EF4-FFF2-40B4-BE49-F238E27FC236}">
                  <a16:creationId xmlns:a16="http://schemas.microsoft.com/office/drawing/2014/main" id="{6DD62F15-2D44-3F04-D970-484AC526A35B}"/>
                </a:ext>
              </a:extLst>
            </p:cNvPr>
            <p:cNvPicPr>
              <a:picLocks noChangeAspect="1"/>
            </p:cNvPicPr>
            <p:nvPr/>
          </p:nvPicPr>
          <p:blipFill>
            <a:blip r:embed="rId9"/>
            <a:srcRect r="1739" b="8025"/>
            <a:stretch>
              <a:fillRect/>
            </a:stretch>
          </p:blipFill>
          <p:spPr>
            <a:xfrm>
              <a:off x="8299445" y="5003134"/>
              <a:ext cx="3229426" cy="219046"/>
            </a:xfrm>
            <a:prstGeom prst="rect">
              <a:avLst/>
            </a:prstGeom>
          </p:spPr>
        </p:pic>
        <p:pic>
          <p:nvPicPr>
            <p:cNvPr id="22" name="図 21">
              <a:extLst>
                <a:ext uri="{FF2B5EF4-FFF2-40B4-BE49-F238E27FC236}">
                  <a16:creationId xmlns:a16="http://schemas.microsoft.com/office/drawing/2014/main" id="{1CF644A4-2DBF-6BE8-EB82-B8649601A870}"/>
                </a:ext>
              </a:extLst>
            </p:cNvPr>
            <p:cNvPicPr>
              <a:picLocks noChangeAspect="1"/>
            </p:cNvPicPr>
            <p:nvPr/>
          </p:nvPicPr>
          <p:blipFill>
            <a:blip r:embed="rId10"/>
            <a:stretch>
              <a:fillRect/>
            </a:stretch>
          </p:blipFill>
          <p:spPr>
            <a:xfrm>
              <a:off x="8319314" y="5193394"/>
              <a:ext cx="2905530" cy="238158"/>
            </a:xfrm>
            <a:prstGeom prst="rect">
              <a:avLst/>
            </a:prstGeom>
          </p:spPr>
        </p:pic>
        <p:pic>
          <p:nvPicPr>
            <p:cNvPr id="23" name="図 22">
              <a:extLst>
                <a:ext uri="{FF2B5EF4-FFF2-40B4-BE49-F238E27FC236}">
                  <a16:creationId xmlns:a16="http://schemas.microsoft.com/office/drawing/2014/main" id="{288B32AE-5C1D-BDEE-9DAF-3A9551323A04}"/>
                </a:ext>
              </a:extLst>
            </p:cNvPr>
            <p:cNvPicPr>
              <a:picLocks noChangeAspect="1"/>
            </p:cNvPicPr>
            <p:nvPr/>
          </p:nvPicPr>
          <p:blipFill>
            <a:blip r:embed="rId7"/>
            <a:srcRect l="28427"/>
            <a:stretch>
              <a:fillRect/>
            </a:stretch>
          </p:blipFill>
          <p:spPr>
            <a:xfrm>
              <a:off x="9196250" y="4831867"/>
              <a:ext cx="2311399" cy="200053"/>
            </a:xfrm>
            <a:prstGeom prst="rect">
              <a:avLst/>
            </a:prstGeom>
          </p:spPr>
        </p:pic>
        <p:pic>
          <p:nvPicPr>
            <p:cNvPr id="24" name="図 23">
              <a:extLst>
                <a:ext uri="{FF2B5EF4-FFF2-40B4-BE49-F238E27FC236}">
                  <a16:creationId xmlns:a16="http://schemas.microsoft.com/office/drawing/2014/main" id="{55CB7249-29CA-EE24-2A7B-425CD65E7CC2}"/>
                </a:ext>
              </a:extLst>
            </p:cNvPr>
            <p:cNvPicPr>
              <a:picLocks noChangeAspect="1"/>
            </p:cNvPicPr>
            <p:nvPr/>
          </p:nvPicPr>
          <p:blipFill>
            <a:blip r:embed="rId10"/>
            <a:srcRect l="27231"/>
            <a:stretch>
              <a:fillRect/>
            </a:stretch>
          </p:blipFill>
          <p:spPr>
            <a:xfrm>
              <a:off x="9393335" y="5193394"/>
              <a:ext cx="2114313" cy="238158"/>
            </a:xfrm>
            <a:prstGeom prst="rect">
              <a:avLst/>
            </a:prstGeom>
          </p:spPr>
        </p:pic>
      </p:grpSp>
      <p:grpSp>
        <p:nvGrpSpPr>
          <p:cNvPr id="88" name="グループ化 87">
            <a:extLst>
              <a:ext uri="{FF2B5EF4-FFF2-40B4-BE49-F238E27FC236}">
                <a16:creationId xmlns:a16="http://schemas.microsoft.com/office/drawing/2014/main" id="{50AFE525-4D63-3630-8041-F9A569F50E1C}"/>
              </a:ext>
            </a:extLst>
          </p:cNvPr>
          <p:cNvGrpSpPr/>
          <p:nvPr/>
        </p:nvGrpSpPr>
        <p:grpSpPr>
          <a:xfrm>
            <a:off x="8155929" y="4174034"/>
            <a:ext cx="3610479" cy="323895"/>
            <a:chOff x="8174783" y="4472433"/>
            <a:chExt cx="3610479" cy="323895"/>
          </a:xfrm>
        </p:grpSpPr>
        <p:pic>
          <p:nvPicPr>
            <p:cNvPr id="27" name="図 26">
              <a:extLst>
                <a:ext uri="{FF2B5EF4-FFF2-40B4-BE49-F238E27FC236}">
                  <a16:creationId xmlns:a16="http://schemas.microsoft.com/office/drawing/2014/main" id="{975FFD8F-A1E9-9230-912D-CF88457777EA}"/>
                </a:ext>
              </a:extLst>
            </p:cNvPr>
            <p:cNvPicPr>
              <a:picLocks noChangeAspect="1"/>
            </p:cNvPicPr>
            <p:nvPr/>
          </p:nvPicPr>
          <p:blipFill>
            <a:blip r:embed="rId11"/>
            <a:stretch>
              <a:fillRect/>
            </a:stretch>
          </p:blipFill>
          <p:spPr>
            <a:xfrm>
              <a:off x="8174783" y="4472433"/>
              <a:ext cx="1448002" cy="323895"/>
            </a:xfrm>
            <a:prstGeom prst="rect">
              <a:avLst/>
            </a:prstGeom>
          </p:spPr>
        </p:pic>
        <p:grpSp>
          <p:nvGrpSpPr>
            <p:cNvPr id="87" name="グループ化 86">
              <a:extLst>
                <a:ext uri="{FF2B5EF4-FFF2-40B4-BE49-F238E27FC236}">
                  <a16:creationId xmlns:a16="http://schemas.microsoft.com/office/drawing/2014/main" id="{5DB7BB24-7E50-B2E0-8908-E5FEBD61A4CF}"/>
                </a:ext>
              </a:extLst>
            </p:cNvPr>
            <p:cNvGrpSpPr/>
            <p:nvPr/>
          </p:nvGrpSpPr>
          <p:grpSpPr>
            <a:xfrm>
              <a:off x="8319314" y="4529085"/>
              <a:ext cx="3465948" cy="261610"/>
              <a:chOff x="8319314" y="4529085"/>
              <a:chExt cx="3465948" cy="261610"/>
            </a:xfrm>
          </p:grpSpPr>
          <p:sp>
            <p:nvSpPr>
              <p:cNvPr id="29" name="正方形/長方形 28">
                <a:extLst>
                  <a:ext uri="{FF2B5EF4-FFF2-40B4-BE49-F238E27FC236}">
                    <a16:creationId xmlns:a16="http://schemas.microsoft.com/office/drawing/2014/main" id="{9A86CE99-9E76-37F0-0568-2E6ED3AF5812}"/>
                  </a:ext>
                </a:extLst>
              </p:cNvPr>
              <p:cNvSpPr/>
              <p:nvPr/>
            </p:nvSpPr>
            <p:spPr>
              <a:xfrm>
                <a:off x="8319314" y="4541490"/>
                <a:ext cx="3465948" cy="219046"/>
              </a:xfrm>
              <a:prstGeom prst="rect">
                <a:avLst/>
              </a:prstGeom>
              <a:solidFill>
                <a:srgbClr val="0625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1AB29EC7-095D-DAEB-2BDD-E2F467837890}"/>
                  </a:ext>
                </a:extLst>
              </p:cNvPr>
              <p:cNvSpPr txBox="1"/>
              <p:nvPr/>
            </p:nvSpPr>
            <p:spPr>
              <a:xfrm>
                <a:off x="8319314" y="4529085"/>
                <a:ext cx="1172116" cy="261610"/>
              </a:xfrm>
              <a:prstGeom prst="rect">
                <a:avLst/>
              </a:prstGeom>
              <a:noFill/>
            </p:spPr>
            <p:txBody>
              <a:bodyPr wrap="none" rtlCol="0">
                <a:spAutoFit/>
              </a:bodyPr>
              <a:lstStyle/>
              <a:p>
                <a:r>
                  <a:rPr kumimoji="1" lang="ja-JP" altLang="en-US" sz="1050" dirty="0">
                    <a:solidFill>
                      <a:srgbClr val="98F5E1"/>
                    </a:solidFill>
                  </a:rPr>
                  <a:t>最終再起動日時</a:t>
                </a:r>
              </a:p>
            </p:txBody>
          </p:sp>
        </p:grpSp>
      </p:grpSp>
      <p:sp>
        <p:nvSpPr>
          <p:cNvPr id="30" name="テキスト ボックス 29">
            <a:extLst>
              <a:ext uri="{FF2B5EF4-FFF2-40B4-BE49-F238E27FC236}">
                <a16:creationId xmlns:a16="http://schemas.microsoft.com/office/drawing/2014/main" id="{E6842725-FC65-19F3-4389-A8BB5DD603C2}"/>
              </a:ext>
            </a:extLst>
          </p:cNvPr>
          <p:cNvSpPr txBox="1"/>
          <p:nvPr/>
        </p:nvSpPr>
        <p:spPr>
          <a:xfrm>
            <a:off x="8319314" y="4500612"/>
            <a:ext cx="2140330" cy="246221"/>
          </a:xfrm>
          <a:prstGeom prst="rect">
            <a:avLst/>
          </a:prstGeom>
          <a:noFill/>
        </p:spPr>
        <p:txBody>
          <a:bodyPr wrap="none" rtlCol="0">
            <a:spAutoFit/>
          </a:bodyPr>
          <a:lstStyle/>
          <a:p>
            <a:r>
              <a:rPr kumimoji="1" lang="ja-JP" altLang="en-US" sz="1000" dirty="0"/>
              <a:t>最終再起動　</a:t>
            </a:r>
            <a:r>
              <a:rPr kumimoji="1" lang="en-US" altLang="ja-JP" sz="1000" dirty="0"/>
              <a:t>2026/09/23 21:25:10</a:t>
            </a:r>
            <a:endParaRPr kumimoji="1" lang="ja-JP" altLang="en-US" sz="1000" dirty="0"/>
          </a:p>
        </p:txBody>
      </p:sp>
      <p:sp>
        <p:nvSpPr>
          <p:cNvPr id="31" name="正方形/長方形 30">
            <a:extLst>
              <a:ext uri="{FF2B5EF4-FFF2-40B4-BE49-F238E27FC236}">
                <a16:creationId xmlns:a16="http://schemas.microsoft.com/office/drawing/2014/main" id="{CCE19D0A-9360-D121-18F7-29E1E2583BA4}"/>
              </a:ext>
            </a:extLst>
          </p:cNvPr>
          <p:cNvSpPr/>
          <p:nvPr/>
        </p:nvSpPr>
        <p:spPr>
          <a:xfrm>
            <a:off x="403400" y="829705"/>
            <a:ext cx="2828620" cy="5060647"/>
          </a:xfrm>
          <a:prstGeom prst="rect">
            <a:avLst/>
          </a:prstGeom>
          <a:solidFill>
            <a:srgbClr val="0625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BC6204B6-52B8-70EA-2B35-874942112325}"/>
              </a:ext>
            </a:extLst>
          </p:cNvPr>
          <p:cNvSpPr/>
          <p:nvPr/>
        </p:nvSpPr>
        <p:spPr>
          <a:xfrm>
            <a:off x="405973" y="1620813"/>
            <a:ext cx="138990" cy="670703"/>
          </a:xfrm>
          <a:prstGeom prst="rect">
            <a:avLst/>
          </a:prstGeom>
          <a:gradFill flip="none" rotWithShape="1">
            <a:gsLst>
              <a:gs pos="0">
                <a:srgbClr val="062563"/>
              </a:gs>
              <a:gs pos="100000">
                <a:srgbClr val="FFE766"/>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bg1"/>
              </a:solidFill>
            </a:endParaRPr>
          </a:p>
        </p:txBody>
      </p:sp>
      <p:sp>
        <p:nvSpPr>
          <p:cNvPr id="33" name="テキスト ボックス 32">
            <a:extLst>
              <a:ext uri="{FF2B5EF4-FFF2-40B4-BE49-F238E27FC236}">
                <a16:creationId xmlns:a16="http://schemas.microsoft.com/office/drawing/2014/main" id="{68DC1533-7DC2-4760-1C30-9E6D489E43C9}"/>
              </a:ext>
            </a:extLst>
          </p:cNvPr>
          <p:cNvSpPr txBox="1"/>
          <p:nvPr/>
        </p:nvSpPr>
        <p:spPr>
          <a:xfrm>
            <a:off x="1089927" y="1020855"/>
            <a:ext cx="1172116" cy="430887"/>
          </a:xfrm>
          <a:prstGeom prst="rect">
            <a:avLst/>
          </a:prstGeom>
          <a:noFill/>
        </p:spPr>
        <p:txBody>
          <a:bodyPr wrap="none" rtlCol="0">
            <a:spAutoFit/>
          </a:bodyPr>
          <a:lstStyle/>
          <a:p>
            <a:r>
              <a:rPr kumimoji="1" lang="ja-JP" altLang="en-US" sz="1100" b="1" dirty="0"/>
              <a:t>インターネット</a:t>
            </a:r>
            <a:endParaRPr kumimoji="1" lang="en-US" altLang="ja-JP" sz="1100" b="1" dirty="0"/>
          </a:p>
          <a:p>
            <a:r>
              <a:rPr kumimoji="1" lang="ja-JP" altLang="en-US" sz="1100" b="1" dirty="0"/>
              <a:t>状態：</a:t>
            </a:r>
            <a:r>
              <a:rPr kumimoji="1" lang="ja-JP" altLang="en-US" sz="1100" b="1" dirty="0">
                <a:solidFill>
                  <a:srgbClr val="00B050"/>
                </a:solidFill>
              </a:rPr>
              <a:t>計測中</a:t>
            </a:r>
            <a:endParaRPr kumimoji="1" lang="en-US" altLang="ja-JP" sz="1100" b="1" dirty="0">
              <a:solidFill>
                <a:srgbClr val="00B050"/>
              </a:solidFill>
            </a:endParaRPr>
          </a:p>
        </p:txBody>
      </p:sp>
      <p:pic>
        <p:nvPicPr>
          <p:cNvPr id="38" name="図 37">
            <a:extLst>
              <a:ext uri="{FF2B5EF4-FFF2-40B4-BE49-F238E27FC236}">
                <a16:creationId xmlns:a16="http://schemas.microsoft.com/office/drawing/2014/main" id="{4FC35687-FD50-3F36-C18B-BC2B1FB5441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28424" y="2376887"/>
            <a:ext cx="568459" cy="568459"/>
          </a:xfrm>
          <a:prstGeom prst="rect">
            <a:avLst/>
          </a:prstGeom>
        </p:spPr>
      </p:pic>
      <p:pic>
        <p:nvPicPr>
          <p:cNvPr id="40" name="図 39">
            <a:extLst>
              <a:ext uri="{FF2B5EF4-FFF2-40B4-BE49-F238E27FC236}">
                <a16:creationId xmlns:a16="http://schemas.microsoft.com/office/drawing/2014/main" id="{CCC02001-AAD7-172C-CA25-83E3682D03A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20622" y="952699"/>
            <a:ext cx="576261" cy="576261"/>
          </a:xfrm>
          <a:prstGeom prst="rect">
            <a:avLst/>
          </a:prstGeom>
        </p:spPr>
      </p:pic>
      <p:cxnSp>
        <p:nvCxnSpPr>
          <p:cNvPr id="46" name="直線コネクタ 45">
            <a:extLst>
              <a:ext uri="{FF2B5EF4-FFF2-40B4-BE49-F238E27FC236}">
                <a16:creationId xmlns:a16="http://schemas.microsoft.com/office/drawing/2014/main" id="{DD79A320-347E-67C3-50BB-57B6556886F2}"/>
              </a:ext>
            </a:extLst>
          </p:cNvPr>
          <p:cNvCxnSpPr>
            <a:cxnSpLocks/>
          </p:cNvCxnSpPr>
          <p:nvPr/>
        </p:nvCxnSpPr>
        <p:spPr>
          <a:xfrm>
            <a:off x="3248719" y="808505"/>
            <a:ext cx="0" cy="535099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直線コネクタ 47">
            <a:extLst>
              <a:ext uri="{FF2B5EF4-FFF2-40B4-BE49-F238E27FC236}">
                <a16:creationId xmlns:a16="http://schemas.microsoft.com/office/drawing/2014/main" id="{A3940426-1540-D637-4571-D7EF3EEE5F0D}"/>
              </a:ext>
            </a:extLst>
          </p:cNvPr>
          <p:cNvCxnSpPr>
            <a:cxnSpLocks/>
          </p:cNvCxnSpPr>
          <p:nvPr/>
        </p:nvCxnSpPr>
        <p:spPr>
          <a:xfrm flipH="1">
            <a:off x="406737" y="1597569"/>
            <a:ext cx="282456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2" name="テキスト ボックス 51">
            <a:extLst>
              <a:ext uri="{FF2B5EF4-FFF2-40B4-BE49-F238E27FC236}">
                <a16:creationId xmlns:a16="http://schemas.microsoft.com/office/drawing/2014/main" id="{C89BDB0D-37A4-B28F-E683-55220468EFAB}"/>
              </a:ext>
            </a:extLst>
          </p:cNvPr>
          <p:cNvSpPr txBox="1"/>
          <p:nvPr/>
        </p:nvSpPr>
        <p:spPr>
          <a:xfrm>
            <a:off x="1089927" y="1733097"/>
            <a:ext cx="2018501" cy="430887"/>
          </a:xfrm>
          <a:prstGeom prst="rect">
            <a:avLst/>
          </a:prstGeom>
          <a:noFill/>
        </p:spPr>
        <p:txBody>
          <a:bodyPr wrap="none" rtlCol="0">
            <a:spAutoFit/>
          </a:bodyPr>
          <a:lstStyle/>
          <a:p>
            <a:r>
              <a:rPr kumimoji="1" lang="ja-JP" altLang="en-US" sz="1100" b="1" dirty="0"/>
              <a:t>ローカルネットワーク</a:t>
            </a:r>
            <a:endParaRPr kumimoji="1" lang="en-US" altLang="ja-JP" sz="1100" b="1" dirty="0"/>
          </a:p>
          <a:p>
            <a:r>
              <a:rPr kumimoji="1" lang="ja-JP" altLang="en-US" sz="1100" b="1" dirty="0"/>
              <a:t>状態：</a:t>
            </a:r>
            <a:r>
              <a:rPr kumimoji="1" lang="ja-JP" altLang="en-US" sz="1100" b="1" dirty="0">
                <a:solidFill>
                  <a:srgbClr val="FFC000"/>
                </a:solidFill>
              </a:rPr>
              <a:t>正常（品質低下履歴）</a:t>
            </a:r>
            <a:endParaRPr kumimoji="1" lang="en-US" altLang="ja-JP" sz="1100" b="1" dirty="0">
              <a:solidFill>
                <a:srgbClr val="FFC000"/>
              </a:solidFill>
            </a:endParaRPr>
          </a:p>
        </p:txBody>
      </p:sp>
      <p:cxnSp>
        <p:nvCxnSpPr>
          <p:cNvPr id="54" name="直線コネクタ 53">
            <a:extLst>
              <a:ext uri="{FF2B5EF4-FFF2-40B4-BE49-F238E27FC236}">
                <a16:creationId xmlns:a16="http://schemas.microsoft.com/office/drawing/2014/main" id="{EF607F3F-6228-8038-FAC3-4A5823AD0172}"/>
              </a:ext>
            </a:extLst>
          </p:cNvPr>
          <p:cNvCxnSpPr>
            <a:cxnSpLocks/>
          </p:cNvCxnSpPr>
          <p:nvPr/>
        </p:nvCxnSpPr>
        <p:spPr>
          <a:xfrm flipH="1">
            <a:off x="406737" y="2317810"/>
            <a:ext cx="282456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5" name="テキスト ボックス 54">
            <a:extLst>
              <a:ext uri="{FF2B5EF4-FFF2-40B4-BE49-F238E27FC236}">
                <a16:creationId xmlns:a16="http://schemas.microsoft.com/office/drawing/2014/main" id="{A0B5B826-3E42-8637-C33C-C91B3D8E2B87}"/>
              </a:ext>
            </a:extLst>
          </p:cNvPr>
          <p:cNvSpPr txBox="1"/>
          <p:nvPr/>
        </p:nvSpPr>
        <p:spPr>
          <a:xfrm>
            <a:off x="1089927" y="2453354"/>
            <a:ext cx="1608133" cy="430887"/>
          </a:xfrm>
          <a:prstGeom prst="rect">
            <a:avLst/>
          </a:prstGeom>
          <a:noFill/>
        </p:spPr>
        <p:txBody>
          <a:bodyPr wrap="none" rtlCol="0">
            <a:spAutoFit/>
          </a:bodyPr>
          <a:lstStyle/>
          <a:p>
            <a:r>
              <a:rPr kumimoji="1" lang="en-US" altLang="ja-JP" sz="1100" b="1" dirty="0"/>
              <a:t>DNS</a:t>
            </a:r>
            <a:r>
              <a:rPr kumimoji="1" lang="ja-JP" altLang="en-US" sz="1100" b="1" dirty="0"/>
              <a:t>（システム既定）</a:t>
            </a:r>
            <a:endParaRPr kumimoji="1" lang="en-US" altLang="ja-JP" sz="1100" b="1" dirty="0"/>
          </a:p>
          <a:p>
            <a:r>
              <a:rPr kumimoji="1" lang="ja-JP" altLang="en-US" sz="1100" b="1" dirty="0"/>
              <a:t>状態：</a:t>
            </a:r>
            <a:r>
              <a:rPr kumimoji="1" lang="ja-JP" altLang="en-US" sz="1100" b="1" dirty="0">
                <a:solidFill>
                  <a:schemeClr val="accent2"/>
                </a:solidFill>
              </a:rPr>
              <a:t>通信品質低下</a:t>
            </a:r>
            <a:endParaRPr kumimoji="1" lang="en-US" altLang="ja-JP" sz="1100" b="1" dirty="0">
              <a:solidFill>
                <a:schemeClr val="accent2"/>
              </a:solidFill>
            </a:endParaRPr>
          </a:p>
        </p:txBody>
      </p:sp>
      <p:cxnSp>
        <p:nvCxnSpPr>
          <p:cNvPr id="58" name="直線コネクタ 57">
            <a:extLst>
              <a:ext uri="{FF2B5EF4-FFF2-40B4-BE49-F238E27FC236}">
                <a16:creationId xmlns:a16="http://schemas.microsoft.com/office/drawing/2014/main" id="{9110BAD6-D411-B3A9-3378-C04682605824}"/>
              </a:ext>
            </a:extLst>
          </p:cNvPr>
          <p:cNvCxnSpPr>
            <a:cxnSpLocks/>
          </p:cNvCxnSpPr>
          <p:nvPr/>
        </p:nvCxnSpPr>
        <p:spPr>
          <a:xfrm flipH="1">
            <a:off x="406737" y="3078452"/>
            <a:ext cx="282456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9" name="テキスト ボックス 58">
            <a:extLst>
              <a:ext uri="{FF2B5EF4-FFF2-40B4-BE49-F238E27FC236}">
                <a16:creationId xmlns:a16="http://schemas.microsoft.com/office/drawing/2014/main" id="{9387C4D5-5122-F054-BCBE-89824E313B68}"/>
              </a:ext>
            </a:extLst>
          </p:cNvPr>
          <p:cNvSpPr txBox="1"/>
          <p:nvPr/>
        </p:nvSpPr>
        <p:spPr>
          <a:xfrm>
            <a:off x="1089927" y="3196176"/>
            <a:ext cx="1577676" cy="430887"/>
          </a:xfrm>
          <a:prstGeom prst="rect">
            <a:avLst/>
          </a:prstGeom>
          <a:noFill/>
        </p:spPr>
        <p:txBody>
          <a:bodyPr wrap="none" rtlCol="0">
            <a:spAutoFit/>
          </a:bodyPr>
          <a:lstStyle/>
          <a:p>
            <a:r>
              <a:rPr kumimoji="1" lang="en-US" altLang="ja-JP" sz="1100" b="1" dirty="0"/>
              <a:t>DNS</a:t>
            </a:r>
            <a:r>
              <a:rPr kumimoji="1" lang="ja-JP" altLang="en-US" sz="1100" b="1" dirty="0"/>
              <a:t>（</a:t>
            </a:r>
            <a:r>
              <a:rPr kumimoji="1" lang="en-US" altLang="ja-JP" sz="1100" b="1" dirty="0"/>
              <a:t>Google DNS</a:t>
            </a:r>
            <a:r>
              <a:rPr kumimoji="1" lang="ja-JP" altLang="en-US" sz="1100" b="1" dirty="0"/>
              <a:t>）</a:t>
            </a:r>
            <a:endParaRPr kumimoji="1" lang="en-US" altLang="ja-JP" sz="1100" b="1" dirty="0"/>
          </a:p>
          <a:p>
            <a:r>
              <a:rPr kumimoji="1" lang="ja-JP" altLang="en-US" sz="1100" b="1" dirty="0"/>
              <a:t>状態：</a:t>
            </a:r>
            <a:r>
              <a:rPr kumimoji="1" lang="ja-JP" altLang="en-US" sz="1100" b="1" dirty="0">
                <a:solidFill>
                  <a:srgbClr val="04E6EC"/>
                </a:solidFill>
              </a:rPr>
              <a:t>正常</a:t>
            </a:r>
            <a:endParaRPr kumimoji="1" lang="en-US" altLang="ja-JP" sz="1100" b="1" dirty="0">
              <a:solidFill>
                <a:srgbClr val="04E6EC"/>
              </a:solidFill>
            </a:endParaRPr>
          </a:p>
        </p:txBody>
      </p:sp>
      <p:pic>
        <p:nvPicPr>
          <p:cNvPr id="60" name="図 59">
            <a:extLst>
              <a:ext uri="{FF2B5EF4-FFF2-40B4-BE49-F238E27FC236}">
                <a16:creationId xmlns:a16="http://schemas.microsoft.com/office/drawing/2014/main" id="{E187FD39-4AD3-C654-097C-972B742136D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23344" y="3242150"/>
            <a:ext cx="370819" cy="370819"/>
          </a:xfrm>
          <a:prstGeom prst="rect">
            <a:avLst/>
          </a:prstGeom>
        </p:spPr>
      </p:pic>
      <p:cxnSp>
        <p:nvCxnSpPr>
          <p:cNvPr id="62" name="直線コネクタ 61">
            <a:extLst>
              <a:ext uri="{FF2B5EF4-FFF2-40B4-BE49-F238E27FC236}">
                <a16:creationId xmlns:a16="http://schemas.microsoft.com/office/drawing/2014/main" id="{1A30040A-D422-3D2B-DFEB-D2A65DC08435}"/>
              </a:ext>
            </a:extLst>
          </p:cNvPr>
          <p:cNvCxnSpPr>
            <a:cxnSpLocks/>
          </p:cNvCxnSpPr>
          <p:nvPr/>
        </p:nvCxnSpPr>
        <p:spPr>
          <a:xfrm flipH="1">
            <a:off x="406737" y="3837287"/>
            <a:ext cx="282456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3" name="テキスト ボックス 62">
            <a:extLst>
              <a:ext uri="{FF2B5EF4-FFF2-40B4-BE49-F238E27FC236}">
                <a16:creationId xmlns:a16="http://schemas.microsoft.com/office/drawing/2014/main" id="{41629F8F-D4D4-9657-6958-7BD58153DD9B}"/>
              </a:ext>
            </a:extLst>
          </p:cNvPr>
          <p:cNvSpPr txBox="1"/>
          <p:nvPr/>
        </p:nvSpPr>
        <p:spPr>
          <a:xfrm>
            <a:off x="1089927" y="3964794"/>
            <a:ext cx="1274708" cy="430887"/>
          </a:xfrm>
          <a:prstGeom prst="rect">
            <a:avLst/>
          </a:prstGeom>
          <a:noFill/>
        </p:spPr>
        <p:txBody>
          <a:bodyPr wrap="none" rtlCol="0">
            <a:spAutoFit/>
          </a:bodyPr>
          <a:lstStyle/>
          <a:p>
            <a:r>
              <a:rPr kumimoji="1" lang="en-US" altLang="ja-JP" sz="1100" b="1" dirty="0"/>
              <a:t>TCP</a:t>
            </a:r>
            <a:r>
              <a:rPr kumimoji="1" lang="ja-JP" altLang="en-US" sz="1100" b="1" dirty="0"/>
              <a:t>通信（</a:t>
            </a:r>
            <a:r>
              <a:rPr kumimoji="1" lang="en-US" altLang="ja-JP" sz="1100" b="1" dirty="0"/>
              <a:t>443</a:t>
            </a:r>
            <a:r>
              <a:rPr kumimoji="1" lang="ja-JP" altLang="en-US" sz="1100" b="1" dirty="0"/>
              <a:t>）</a:t>
            </a:r>
            <a:endParaRPr kumimoji="1" lang="en-US" altLang="ja-JP" sz="1100" b="1" dirty="0"/>
          </a:p>
          <a:p>
            <a:r>
              <a:rPr kumimoji="1" lang="ja-JP" altLang="en-US" sz="1100" b="1" dirty="0"/>
              <a:t>状態：</a:t>
            </a:r>
            <a:r>
              <a:rPr kumimoji="1" lang="ja-JP" altLang="en-US" sz="1100" b="1" dirty="0">
                <a:solidFill>
                  <a:srgbClr val="04E6EC"/>
                </a:solidFill>
              </a:rPr>
              <a:t>正常</a:t>
            </a:r>
            <a:endParaRPr kumimoji="1" lang="en-US" altLang="ja-JP" sz="1100" b="1" dirty="0">
              <a:solidFill>
                <a:srgbClr val="04E6EC"/>
              </a:solidFill>
            </a:endParaRPr>
          </a:p>
        </p:txBody>
      </p:sp>
      <p:cxnSp>
        <p:nvCxnSpPr>
          <p:cNvPr id="64" name="直線コネクタ 63">
            <a:extLst>
              <a:ext uri="{FF2B5EF4-FFF2-40B4-BE49-F238E27FC236}">
                <a16:creationId xmlns:a16="http://schemas.microsoft.com/office/drawing/2014/main" id="{BBDCB8EC-496F-61D4-EC0A-125F5553AF0F}"/>
              </a:ext>
            </a:extLst>
          </p:cNvPr>
          <p:cNvCxnSpPr>
            <a:cxnSpLocks/>
          </p:cNvCxnSpPr>
          <p:nvPr/>
        </p:nvCxnSpPr>
        <p:spPr>
          <a:xfrm flipH="1">
            <a:off x="406737" y="4593357"/>
            <a:ext cx="282456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5" name="テキスト ボックス 64">
            <a:extLst>
              <a:ext uri="{FF2B5EF4-FFF2-40B4-BE49-F238E27FC236}">
                <a16:creationId xmlns:a16="http://schemas.microsoft.com/office/drawing/2014/main" id="{38236CEE-1FA7-232A-ECCF-34CAE4D7A97D}"/>
              </a:ext>
            </a:extLst>
          </p:cNvPr>
          <p:cNvSpPr txBox="1"/>
          <p:nvPr/>
        </p:nvSpPr>
        <p:spPr>
          <a:xfrm>
            <a:off x="1089927" y="4709683"/>
            <a:ext cx="1540806" cy="430887"/>
          </a:xfrm>
          <a:prstGeom prst="rect">
            <a:avLst/>
          </a:prstGeom>
          <a:noFill/>
        </p:spPr>
        <p:txBody>
          <a:bodyPr wrap="none" rtlCol="0">
            <a:spAutoFit/>
          </a:bodyPr>
          <a:lstStyle/>
          <a:p>
            <a:r>
              <a:rPr kumimoji="1" lang="en-US" altLang="ja-JP" sz="1100" b="1" dirty="0"/>
              <a:t>Web</a:t>
            </a:r>
            <a:r>
              <a:rPr kumimoji="1" lang="ja-JP" altLang="en-US" sz="1100" b="1" dirty="0"/>
              <a:t>通信（</a:t>
            </a:r>
            <a:r>
              <a:rPr kumimoji="1" lang="en-US" altLang="ja-JP" sz="1100" b="1" dirty="0"/>
              <a:t>Google</a:t>
            </a:r>
            <a:r>
              <a:rPr kumimoji="1" lang="ja-JP" altLang="en-US" sz="1100" b="1" dirty="0"/>
              <a:t>）</a:t>
            </a:r>
            <a:endParaRPr kumimoji="1" lang="en-US" altLang="ja-JP" sz="1100" b="1" dirty="0"/>
          </a:p>
          <a:p>
            <a:r>
              <a:rPr kumimoji="1" lang="ja-JP" altLang="en-US" sz="1100" b="1" dirty="0"/>
              <a:t>状態：</a:t>
            </a:r>
            <a:r>
              <a:rPr kumimoji="1" lang="ja-JP" altLang="en-US" sz="1100" b="1" dirty="0">
                <a:solidFill>
                  <a:srgbClr val="04E6EC"/>
                </a:solidFill>
              </a:rPr>
              <a:t>正常</a:t>
            </a:r>
            <a:endParaRPr kumimoji="1" lang="en-US" altLang="ja-JP" sz="1100" b="1" dirty="0">
              <a:solidFill>
                <a:srgbClr val="04E6EC"/>
              </a:solidFill>
            </a:endParaRPr>
          </a:p>
        </p:txBody>
      </p:sp>
      <p:pic>
        <p:nvPicPr>
          <p:cNvPr id="66" name="図 65">
            <a:extLst>
              <a:ext uri="{FF2B5EF4-FFF2-40B4-BE49-F238E27FC236}">
                <a16:creationId xmlns:a16="http://schemas.microsoft.com/office/drawing/2014/main" id="{A7B4C108-8E74-64AD-A50D-0ECD5803F59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23344" y="4757055"/>
            <a:ext cx="370819" cy="370819"/>
          </a:xfrm>
          <a:prstGeom prst="rect">
            <a:avLst/>
          </a:prstGeom>
        </p:spPr>
      </p:pic>
      <p:cxnSp>
        <p:nvCxnSpPr>
          <p:cNvPr id="67" name="直線コネクタ 66">
            <a:extLst>
              <a:ext uri="{FF2B5EF4-FFF2-40B4-BE49-F238E27FC236}">
                <a16:creationId xmlns:a16="http://schemas.microsoft.com/office/drawing/2014/main" id="{C87244DF-7976-A61D-D2C9-929C17DF6530}"/>
              </a:ext>
            </a:extLst>
          </p:cNvPr>
          <p:cNvCxnSpPr>
            <a:cxnSpLocks/>
          </p:cNvCxnSpPr>
          <p:nvPr/>
        </p:nvCxnSpPr>
        <p:spPr>
          <a:xfrm flipH="1">
            <a:off x="406737" y="5395583"/>
            <a:ext cx="282456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68" name="図 67">
            <a:extLst>
              <a:ext uri="{FF2B5EF4-FFF2-40B4-BE49-F238E27FC236}">
                <a16:creationId xmlns:a16="http://schemas.microsoft.com/office/drawing/2014/main" id="{BB8E909E-811B-B83F-4577-7C7CD2BD97B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23344" y="4000985"/>
            <a:ext cx="370819" cy="370819"/>
          </a:xfrm>
          <a:prstGeom prst="rect">
            <a:avLst/>
          </a:prstGeom>
        </p:spPr>
      </p:pic>
      <p:sp>
        <p:nvSpPr>
          <p:cNvPr id="70" name="正方形/長方形 69">
            <a:extLst>
              <a:ext uri="{FF2B5EF4-FFF2-40B4-BE49-F238E27FC236}">
                <a16:creationId xmlns:a16="http://schemas.microsoft.com/office/drawing/2014/main" id="{543D3E73-730D-6EBC-B052-AA7C342A8FF2}"/>
              </a:ext>
            </a:extLst>
          </p:cNvPr>
          <p:cNvSpPr/>
          <p:nvPr/>
        </p:nvSpPr>
        <p:spPr>
          <a:xfrm rot="10800000">
            <a:off x="3090875" y="1620813"/>
            <a:ext cx="138990" cy="670703"/>
          </a:xfrm>
          <a:prstGeom prst="rect">
            <a:avLst/>
          </a:prstGeom>
          <a:gradFill flip="none" rotWithShape="1">
            <a:gsLst>
              <a:gs pos="0">
                <a:srgbClr val="062563"/>
              </a:gs>
              <a:gs pos="100000">
                <a:srgbClr val="FFE766"/>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bg1"/>
              </a:solidFill>
            </a:endParaRPr>
          </a:p>
        </p:txBody>
      </p:sp>
      <p:sp>
        <p:nvSpPr>
          <p:cNvPr id="71" name="テキスト ボックス 70">
            <a:extLst>
              <a:ext uri="{FF2B5EF4-FFF2-40B4-BE49-F238E27FC236}">
                <a16:creationId xmlns:a16="http://schemas.microsoft.com/office/drawing/2014/main" id="{4482D813-AFD6-2CC0-631E-2063A1673A54}"/>
              </a:ext>
            </a:extLst>
          </p:cNvPr>
          <p:cNvSpPr txBox="1"/>
          <p:nvPr/>
        </p:nvSpPr>
        <p:spPr>
          <a:xfrm>
            <a:off x="1089927" y="5537245"/>
            <a:ext cx="1709122" cy="430887"/>
          </a:xfrm>
          <a:prstGeom prst="rect">
            <a:avLst/>
          </a:prstGeom>
          <a:noFill/>
        </p:spPr>
        <p:txBody>
          <a:bodyPr wrap="none" rtlCol="0">
            <a:spAutoFit/>
          </a:bodyPr>
          <a:lstStyle/>
          <a:p>
            <a:r>
              <a:rPr kumimoji="1" lang="en-US" altLang="ja-JP" sz="1100" b="1" dirty="0"/>
              <a:t>Web</a:t>
            </a:r>
            <a:r>
              <a:rPr kumimoji="1" lang="ja-JP" altLang="en-US" sz="1100" b="1" dirty="0"/>
              <a:t>通信（</a:t>
            </a:r>
            <a:r>
              <a:rPr kumimoji="1" lang="en-US" altLang="ja-JP" sz="1100" b="1" dirty="0"/>
              <a:t>Microsoft</a:t>
            </a:r>
            <a:r>
              <a:rPr kumimoji="1" lang="ja-JP" altLang="en-US" sz="1100" b="1" dirty="0"/>
              <a:t>）</a:t>
            </a:r>
            <a:endParaRPr kumimoji="1" lang="en-US" altLang="ja-JP" sz="1100" b="1" dirty="0"/>
          </a:p>
          <a:p>
            <a:r>
              <a:rPr kumimoji="1" lang="ja-JP" altLang="en-US" sz="1100" b="1" dirty="0"/>
              <a:t>状態：</a:t>
            </a:r>
            <a:r>
              <a:rPr kumimoji="1" lang="ja-JP" altLang="en-US" sz="1100" b="1" dirty="0">
                <a:solidFill>
                  <a:srgbClr val="04E6EC"/>
                </a:solidFill>
              </a:rPr>
              <a:t>正常</a:t>
            </a:r>
            <a:endParaRPr kumimoji="1" lang="en-US" altLang="ja-JP" sz="1100" b="1" dirty="0">
              <a:solidFill>
                <a:srgbClr val="04E6EC"/>
              </a:solidFill>
            </a:endParaRPr>
          </a:p>
        </p:txBody>
      </p:sp>
      <p:pic>
        <p:nvPicPr>
          <p:cNvPr id="72" name="図 71">
            <a:extLst>
              <a:ext uri="{FF2B5EF4-FFF2-40B4-BE49-F238E27FC236}">
                <a16:creationId xmlns:a16="http://schemas.microsoft.com/office/drawing/2014/main" id="{8D9E6B53-AD1A-F5FF-9C26-5828885D432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23344" y="5555574"/>
            <a:ext cx="370819" cy="370819"/>
          </a:xfrm>
          <a:prstGeom prst="rect">
            <a:avLst/>
          </a:prstGeom>
        </p:spPr>
      </p:pic>
      <p:sp>
        <p:nvSpPr>
          <p:cNvPr id="74" name="正方形/長方形 73">
            <a:extLst>
              <a:ext uri="{FF2B5EF4-FFF2-40B4-BE49-F238E27FC236}">
                <a16:creationId xmlns:a16="http://schemas.microsoft.com/office/drawing/2014/main" id="{8C1186E8-C68E-1EF8-2CE2-BCD76C2E17AE}"/>
              </a:ext>
            </a:extLst>
          </p:cNvPr>
          <p:cNvSpPr/>
          <p:nvPr/>
        </p:nvSpPr>
        <p:spPr>
          <a:xfrm>
            <a:off x="3266137" y="817161"/>
            <a:ext cx="4785995" cy="5171318"/>
          </a:xfrm>
          <a:prstGeom prst="rect">
            <a:avLst/>
          </a:prstGeom>
          <a:solidFill>
            <a:srgbClr val="0625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テキスト ボックス 75">
            <a:extLst>
              <a:ext uri="{FF2B5EF4-FFF2-40B4-BE49-F238E27FC236}">
                <a16:creationId xmlns:a16="http://schemas.microsoft.com/office/drawing/2014/main" id="{942EF8FD-D18E-6EB9-5787-49B53B53B5F1}"/>
              </a:ext>
            </a:extLst>
          </p:cNvPr>
          <p:cNvSpPr txBox="1"/>
          <p:nvPr/>
        </p:nvSpPr>
        <p:spPr>
          <a:xfrm>
            <a:off x="3229865" y="828222"/>
            <a:ext cx="3724096" cy="276999"/>
          </a:xfrm>
          <a:prstGeom prst="rect">
            <a:avLst/>
          </a:prstGeom>
          <a:noFill/>
        </p:spPr>
        <p:txBody>
          <a:bodyPr wrap="none" rtlCol="0">
            <a:spAutoFit/>
          </a:bodyPr>
          <a:lstStyle/>
          <a:p>
            <a:r>
              <a:rPr kumimoji="1" lang="ja-JP" altLang="en-US" sz="1200" b="1" dirty="0"/>
              <a:t>ローカルネットワーク（デフォルトゲートウェイ）</a:t>
            </a:r>
          </a:p>
        </p:txBody>
      </p:sp>
      <p:pic>
        <p:nvPicPr>
          <p:cNvPr id="78" name="図 77">
            <a:extLst>
              <a:ext uri="{FF2B5EF4-FFF2-40B4-BE49-F238E27FC236}">
                <a16:creationId xmlns:a16="http://schemas.microsoft.com/office/drawing/2014/main" id="{4BA121F8-5ED4-EDDC-9ABC-03C17A97E64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439199" y="1259945"/>
            <a:ext cx="745943" cy="745943"/>
          </a:xfrm>
          <a:prstGeom prst="rect">
            <a:avLst/>
          </a:prstGeom>
        </p:spPr>
      </p:pic>
      <p:pic>
        <p:nvPicPr>
          <p:cNvPr id="80" name="図 79">
            <a:extLst>
              <a:ext uri="{FF2B5EF4-FFF2-40B4-BE49-F238E27FC236}">
                <a16:creationId xmlns:a16="http://schemas.microsoft.com/office/drawing/2014/main" id="{F6BB0FCC-237F-0196-E986-75427F93AB8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042570" y="1152131"/>
            <a:ext cx="937182" cy="937182"/>
          </a:xfrm>
          <a:prstGeom prst="rect">
            <a:avLst/>
          </a:prstGeom>
        </p:spPr>
      </p:pic>
      <p:cxnSp>
        <p:nvCxnSpPr>
          <p:cNvPr id="82" name="直線コネクタ 81">
            <a:extLst>
              <a:ext uri="{FF2B5EF4-FFF2-40B4-BE49-F238E27FC236}">
                <a16:creationId xmlns:a16="http://schemas.microsoft.com/office/drawing/2014/main" id="{D627CD4F-DFC1-CF66-3E3B-E9B5E25F7F1A}"/>
              </a:ext>
            </a:extLst>
          </p:cNvPr>
          <p:cNvCxnSpPr>
            <a:cxnSpLocks/>
          </p:cNvCxnSpPr>
          <p:nvPr/>
        </p:nvCxnSpPr>
        <p:spPr>
          <a:xfrm>
            <a:off x="4279768" y="1574956"/>
            <a:ext cx="2674193" cy="0"/>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nvGrpSpPr>
          <p:cNvPr id="90" name="グループ化 89">
            <a:extLst>
              <a:ext uri="{FF2B5EF4-FFF2-40B4-BE49-F238E27FC236}">
                <a16:creationId xmlns:a16="http://schemas.microsoft.com/office/drawing/2014/main" id="{5DDDC9A3-F4B7-375C-4C39-80EB2F1600CE}"/>
              </a:ext>
            </a:extLst>
          </p:cNvPr>
          <p:cNvGrpSpPr/>
          <p:nvPr/>
        </p:nvGrpSpPr>
        <p:grpSpPr>
          <a:xfrm>
            <a:off x="3265714" y="2233370"/>
            <a:ext cx="3610479" cy="323895"/>
            <a:chOff x="8174783" y="4472433"/>
            <a:chExt cx="3610479" cy="323895"/>
          </a:xfrm>
        </p:grpSpPr>
        <p:pic>
          <p:nvPicPr>
            <p:cNvPr id="91" name="図 90">
              <a:extLst>
                <a:ext uri="{FF2B5EF4-FFF2-40B4-BE49-F238E27FC236}">
                  <a16:creationId xmlns:a16="http://schemas.microsoft.com/office/drawing/2014/main" id="{2BBB6F92-C72C-C2F9-6DF7-3A7486F73869}"/>
                </a:ext>
              </a:extLst>
            </p:cNvPr>
            <p:cNvPicPr>
              <a:picLocks noChangeAspect="1"/>
            </p:cNvPicPr>
            <p:nvPr/>
          </p:nvPicPr>
          <p:blipFill>
            <a:blip r:embed="rId11"/>
            <a:stretch>
              <a:fillRect/>
            </a:stretch>
          </p:blipFill>
          <p:spPr>
            <a:xfrm>
              <a:off x="8174783" y="4472433"/>
              <a:ext cx="1448002" cy="323895"/>
            </a:xfrm>
            <a:prstGeom prst="rect">
              <a:avLst/>
            </a:prstGeom>
          </p:spPr>
        </p:pic>
        <p:grpSp>
          <p:nvGrpSpPr>
            <p:cNvPr id="92" name="グループ化 91">
              <a:extLst>
                <a:ext uri="{FF2B5EF4-FFF2-40B4-BE49-F238E27FC236}">
                  <a16:creationId xmlns:a16="http://schemas.microsoft.com/office/drawing/2014/main" id="{A250B47D-0698-6DF5-9F40-1CB4AB9FAB4D}"/>
                </a:ext>
              </a:extLst>
            </p:cNvPr>
            <p:cNvGrpSpPr/>
            <p:nvPr/>
          </p:nvGrpSpPr>
          <p:grpSpPr>
            <a:xfrm>
              <a:off x="8319314" y="4529085"/>
              <a:ext cx="3465948" cy="253916"/>
              <a:chOff x="8319314" y="4529085"/>
              <a:chExt cx="3465948" cy="253916"/>
            </a:xfrm>
          </p:grpSpPr>
          <p:sp>
            <p:nvSpPr>
              <p:cNvPr id="93" name="正方形/長方形 92">
                <a:extLst>
                  <a:ext uri="{FF2B5EF4-FFF2-40B4-BE49-F238E27FC236}">
                    <a16:creationId xmlns:a16="http://schemas.microsoft.com/office/drawing/2014/main" id="{ADE84933-08DB-0D49-79C2-F3501D71616F}"/>
                  </a:ext>
                </a:extLst>
              </p:cNvPr>
              <p:cNvSpPr/>
              <p:nvPr/>
            </p:nvSpPr>
            <p:spPr>
              <a:xfrm>
                <a:off x="8319314" y="4541490"/>
                <a:ext cx="3465948" cy="219046"/>
              </a:xfrm>
              <a:prstGeom prst="rect">
                <a:avLst/>
              </a:prstGeom>
              <a:solidFill>
                <a:srgbClr val="0625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テキスト ボックス 93">
                <a:extLst>
                  <a:ext uri="{FF2B5EF4-FFF2-40B4-BE49-F238E27FC236}">
                    <a16:creationId xmlns:a16="http://schemas.microsoft.com/office/drawing/2014/main" id="{A8DAFBEB-6A3A-2368-1AEC-2884F340D1A8}"/>
                  </a:ext>
                </a:extLst>
              </p:cNvPr>
              <p:cNvSpPr txBox="1"/>
              <p:nvPr/>
            </p:nvSpPr>
            <p:spPr>
              <a:xfrm>
                <a:off x="8319314" y="4529085"/>
                <a:ext cx="453970" cy="253916"/>
              </a:xfrm>
              <a:prstGeom prst="rect">
                <a:avLst/>
              </a:prstGeom>
              <a:noFill/>
            </p:spPr>
            <p:txBody>
              <a:bodyPr wrap="none" rtlCol="0">
                <a:spAutoFit/>
              </a:bodyPr>
              <a:lstStyle/>
              <a:p>
                <a:r>
                  <a:rPr kumimoji="1" lang="ja-JP" altLang="en-US" sz="1050" dirty="0">
                    <a:solidFill>
                      <a:srgbClr val="98F5E1"/>
                    </a:solidFill>
                  </a:rPr>
                  <a:t>対象</a:t>
                </a:r>
              </a:p>
            </p:txBody>
          </p:sp>
        </p:grpSp>
      </p:grpSp>
      <p:sp>
        <p:nvSpPr>
          <p:cNvPr id="95" name="テキスト ボックス 94">
            <a:extLst>
              <a:ext uri="{FF2B5EF4-FFF2-40B4-BE49-F238E27FC236}">
                <a16:creationId xmlns:a16="http://schemas.microsoft.com/office/drawing/2014/main" id="{A7EAD440-0069-EBCD-315C-778558D93F43}"/>
              </a:ext>
            </a:extLst>
          </p:cNvPr>
          <p:cNvSpPr txBox="1"/>
          <p:nvPr/>
        </p:nvSpPr>
        <p:spPr>
          <a:xfrm>
            <a:off x="5051677" y="1992192"/>
            <a:ext cx="1736373" cy="261610"/>
          </a:xfrm>
          <a:prstGeom prst="rect">
            <a:avLst/>
          </a:prstGeom>
          <a:noFill/>
        </p:spPr>
        <p:txBody>
          <a:bodyPr wrap="none" rtlCol="0">
            <a:spAutoFit/>
          </a:bodyPr>
          <a:lstStyle/>
          <a:p>
            <a:r>
              <a:rPr kumimoji="1" lang="ja-JP" altLang="en-US" sz="1100" b="1" dirty="0">
                <a:solidFill>
                  <a:srgbClr val="FFC000"/>
                </a:solidFill>
              </a:rPr>
              <a:t>正常（品質低下履歴有）</a:t>
            </a:r>
            <a:endParaRPr kumimoji="1" lang="en-US" altLang="ja-JP" sz="1100" b="1" dirty="0">
              <a:solidFill>
                <a:srgbClr val="FFC000"/>
              </a:solidFill>
            </a:endParaRPr>
          </a:p>
        </p:txBody>
      </p:sp>
      <p:sp>
        <p:nvSpPr>
          <p:cNvPr id="96" name="テキスト ボックス 95">
            <a:extLst>
              <a:ext uri="{FF2B5EF4-FFF2-40B4-BE49-F238E27FC236}">
                <a16:creationId xmlns:a16="http://schemas.microsoft.com/office/drawing/2014/main" id="{67787F00-765C-B00E-98FF-4CA495D399BC}"/>
              </a:ext>
            </a:extLst>
          </p:cNvPr>
          <p:cNvSpPr txBox="1"/>
          <p:nvPr/>
        </p:nvSpPr>
        <p:spPr>
          <a:xfrm>
            <a:off x="3416715" y="2513541"/>
            <a:ext cx="1007007" cy="261610"/>
          </a:xfrm>
          <a:prstGeom prst="rect">
            <a:avLst/>
          </a:prstGeom>
          <a:noFill/>
        </p:spPr>
        <p:txBody>
          <a:bodyPr wrap="none" rtlCol="0">
            <a:spAutoFit/>
          </a:bodyPr>
          <a:lstStyle/>
          <a:p>
            <a:r>
              <a:rPr kumimoji="1" lang="en-US" altLang="ja-JP" sz="1100" dirty="0"/>
              <a:t>192.168.40.1</a:t>
            </a:r>
            <a:endParaRPr kumimoji="1" lang="ja-JP" altLang="en-US" sz="1100" dirty="0"/>
          </a:p>
        </p:txBody>
      </p:sp>
      <p:grpSp>
        <p:nvGrpSpPr>
          <p:cNvPr id="99" name="グループ化 98">
            <a:extLst>
              <a:ext uri="{FF2B5EF4-FFF2-40B4-BE49-F238E27FC236}">
                <a16:creationId xmlns:a16="http://schemas.microsoft.com/office/drawing/2014/main" id="{5A6F5FC6-A90C-BE72-B2FA-161847A30F9D}"/>
              </a:ext>
            </a:extLst>
          </p:cNvPr>
          <p:cNvGrpSpPr/>
          <p:nvPr/>
        </p:nvGrpSpPr>
        <p:grpSpPr>
          <a:xfrm>
            <a:off x="3265714" y="2969046"/>
            <a:ext cx="3610479" cy="323895"/>
            <a:chOff x="8174783" y="4472433"/>
            <a:chExt cx="3610479" cy="323895"/>
          </a:xfrm>
        </p:grpSpPr>
        <p:pic>
          <p:nvPicPr>
            <p:cNvPr id="100" name="図 99">
              <a:extLst>
                <a:ext uri="{FF2B5EF4-FFF2-40B4-BE49-F238E27FC236}">
                  <a16:creationId xmlns:a16="http://schemas.microsoft.com/office/drawing/2014/main" id="{9C48E982-E4E3-D6E1-110E-0CC0EB00412A}"/>
                </a:ext>
              </a:extLst>
            </p:cNvPr>
            <p:cNvPicPr>
              <a:picLocks noChangeAspect="1"/>
            </p:cNvPicPr>
            <p:nvPr/>
          </p:nvPicPr>
          <p:blipFill>
            <a:blip r:embed="rId11"/>
            <a:stretch>
              <a:fillRect/>
            </a:stretch>
          </p:blipFill>
          <p:spPr>
            <a:xfrm>
              <a:off x="8174783" y="4472433"/>
              <a:ext cx="1448002" cy="323895"/>
            </a:xfrm>
            <a:prstGeom prst="rect">
              <a:avLst/>
            </a:prstGeom>
          </p:spPr>
        </p:pic>
        <p:grpSp>
          <p:nvGrpSpPr>
            <p:cNvPr id="101" name="グループ化 100">
              <a:extLst>
                <a:ext uri="{FF2B5EF4-FFF2-40B4-BE49-F238E27FC236}">
                  <a16:creationId xmlns:a16="http://schemas.microsoft.com/office/drawing/2014/main" id="{85893621-E7CF-D17E-2869-AF1A06DC7805}"/>
                </a:ext>
              </a:extLst>
            </p:cNvPr>
            <p:cNvGrpSpPr/>
            <p:nvPr/>
          </p:nvGrpSpPr>
          <p:grpSpPr>
            <a:xfrm>
              <a:off x="8319314" y="4529085"/>
              <a:ext cx="3465948" cy="253916"/>
              <a:chOff x="8319314" y="4529085"/>
              <a:chExt cx="3465948" cy="253916"/>
            </a:xfrm>
          </p:grpSpPr>
          <p:sp>
            <p:nvSpPr>
              <p:cNvPr id="102" name="正方形/長方形 101">
                <a:extLst>
                  <a:ext uri="{FF2B5EF4-FFF2-40B4-BE49-F238E27FC236}">
                    <a16:creationId xmlns:a16="http://schemas.microsoft.com/office/drawing/2014/main" id="{12E24037-700A-9FFE-FD85-C4D1DA4B20FC}"/>
                  </a:ext>
                </a:extLst>
              </p:cNvPr>
              <p:cNvSpPr/>
              <p:nvPr/>
            </p:nvSpPr>
            <p:spPr>
              <a:xfrm>
                <a:off x="8319314" y="4541490"/>
                <a:ext cx="3465948" cy="219046"/>
              </a:xfrm>
              <a:prstGeom prst="rect">
                <a:avLst/>
              </a:prstGeom>
              <a:solidFill>
                <a:srgbClr val="0625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テキスト ボックス 102">
                <a:extLst>
                  <a:ext uri="{FF2B5EF4-FFF2-40B4-BE49-F238E27FC236}">
                    <a16:creationId xmlns:a16="http://schemas.microsoft.com/office/drawing/2014/main" id="{BF19B111-8EEF-822E-1139-D229943743BF}"/>
                  </a:ext>
                </a:extLst>
              </p:cNvPr>
              <p:cNvSpPr txBox="1"/>
              <p:nvPr/>
            </p:nvSpPr>
            <p:spPr>
              <a:xfrm>
                <a:off x="8319314" y="4529085"/>
                <a:ext cx="723275" cy="253916"/>
              </a:xfrm>
              <a:prstGeom prst="rect">
                <a:avLst/>
              </a:prstGeom>
              <a:noFill/>
            </p:spPr>
            <p:txBody>
              <a:bodyPr wrap="none" rtlCol="0">
                <a:spAutoFit/>
              </a:bodyPr>
              <a:lstStyle/>
              <a:p>
                <a:r>
                  <a:rPr kumimoji="1" lang="ja-JP" altLang="en-US" sz="1050" dirty="0">
                    <a:solidFill>
                      <a:srgbClr val="98F5E1"/>
                    </a:solidFill>
                  </a:rPr>
                  <a:t>直近状況</a:t>
                </a:r>
              </a:p>
            </p:txBody>
          </p:sp>
        </p:grpSp>
      </p:grpSp>
      <p:sp>
        <p:nvSpPr>
          <p:cNvPr id="104" name="テキスト ボックス 103">
            <a:extLst>
              <a:ext uri="{FF2B5EF4-FFF2-40B4-BE49-F238E27FC236}">
                <a16:creationId xmlns:a16="http://schemas.microsoft.com/office/drawing/2014/main" id="{DBBFDA7F-0714-7834-7167-C656D0F297BB}"/>
              </a:ext>
            </a:extLst>
          </p:cNvPr>
          <p:cNvSpPr txBox="1"/>
          <p:nvPr/>
        </p:nvSpPr>
        <p:spPr>
          <a:xfrm>
            <a:off x="3416715" y="3249217"/>
            <a:ext cx="1031051" cy="769441"/>
          </a:xfrm>
          <a:prstGeom prst="rect">
            <a:avLst/>
          </a:prstGeom>
          <a:noFill/>
        </p:spPr>
        <p:txBody>
          <a:bodyPr wrap="none" rtlCol="0">
            <a:spAutoFit/>
          </a:bodyPr>
          <a:lstStyle/>
          <a:p>
            <a:r>
              <a:rPr kumimoji="1" lang="ja-JP" altLang="en-US" sz="1100" dirty="0"/>
              <a:t>結果</a:t>
            </a:r>
            <a:endParaRPr kumimoji="1" lang="en-US" altLang="ja-JP" sz="1100" dirty="0"/>
          </a:p>
          <a:p>
            <a:r>
              <a:rPr kumimoji="1" lang="ja-JP" altLang="en-US" sz="1100" dirty="0"/>
              <a:t>応答時間</a:t>
            </a:r>
            <a:endParaRPr kumimoji="1" lang="en-US" altLang="ja-JP" sz="1100" dirty="0"/>
          </a:p>
          <a:p>
            <a:r>
              <a:rPr kumimoji="1" lang="ja-JP" altLang="en-US" sz="1100" dirty="0"/>
              <a:t>連続失敗</a:t>
            </a:r>
            <a:endParaRPr kumimoji="1" lang="en-US" altLang="ja-JP" sz="1100" dirty="0"/>
          </a:p>
          <a:p>
            <a:r>
              <a:rPr kumimoji="1" lang="ja-JP" altLang="en-US" sz="1100" dirty="0"/>
              <a:t>累計検証回数</a:t>
            </a:r>
          </a:p>
        </p:txBody>
      </p:sp>
      <p:sp>
        <p:nvSpPr>
          <p:cNvPr id="105" name="テキスト ボックス 104">
            <a:extLst>
              <a:ext uri="{FF2B5EF4-FFF2-40B4-BE49-F238E27FC236}">
                <a16:creationId xmlns:a16="http://schemas.microsoft.com/office/drawing/2014/main" id="{539B8CF8-1C56-0AC7-6E4C-02AD0BF22966}"/>
              </a:ext>
            </a:extLst>
          </p:cNvPr>
          <p:cNvSpPr txBox="1"/>
          <p:nvPr/>
        </p:nvSpPr>
        <p:spPr>
          <a:xfrm>
            <a:off x="7669322" y="3249217"/>
            <a:ext cx="380232" cy="769441"/>
          </a:xfrm>
          <a:prstGeom prst="rect">
            <a:avLst/>
          </a:prstGeom>
          <a:noFill/>
        </p:spPr>
        <p:txBody>
          <a:bodyPr wrap="none" rtlCol="0">
            <a:spAutoFit/>
          </a:bodyPr>
          <a:lstStyle/>
          <a:p>
            <a:pPr algn="r"/>
            <a:r>
              <a:rPr kumimoji="1" lang="en-US" altLang="ja-JP" sz="1100" dirty="0"/>
              <a:t>OK</a:t>
            </a:r>
          </a:p>
          <a:p>
            <a:pPr algn="r"/>
            <a:r>
              <a:rPr kumimoji="1" lang="en-US" altLang="ja-JP" sz="1100" dirty="0" err="1"/>
              <a:t>ms</a:t>
            </a:r>
            <a:endParaRPr kumimoji="1" lang="en-US" altLang="ja-JP" sz="1100" dirty="0"/>
          </a:p>
          <a:p>
            <a:pPr algn="r"/>
            <a:r>
              <a:rPr kumimoji="1" lang="en-US" altLang="ja-JP" sz="1100" dirty="0"/>
              <a:t> </a:t>
            </a:r>
            <a:r>
              <a:rPr kumimoji="1" lang="ja-JP" altLang="en-US" sz="1100" dirty="0"/>
              <a:t>回</a:t>
            </a:r>
            <a:endParaRPr kumimoji="1" lang="en-US" altLang="ja-JP" sz="1100" dirty="0"/>
          </a:p>
          <a:p>
            <a:pPr algn="r"/>
            <a:r>
              <a:rPr kumimoji="1" lang="en-US" altLang="ja-JP" sz="1100" dirty="0"/>
              <a:t> </a:t>
            </a:r>
            <a:r>
              <a:rPr kumimoji="1" lang="ja-JP" altLang="en-US" sz="1100" dirty="0"/>
              <a:t>回</a:t>
            </a:r>
          </a:p>
        </p:txBody>
      </p:sp>
      <p:grpSp>
        <p:nvGrpSpPr>
          <p:cNvPr id="106" name="グループ化 105">
            <a:extLst>
              <a:ext uri="{FF2B5EF4-FFF2-40B4-BE49-F238E27FC236}">
                <a16:creationId xmlns:a16="http://schemas.microsoft.com/office/drawing/2014/main" id="{21C0ED14-2BED-7578-F96D-0887B5002374}"/>
              </a:ext>
            </a:extLst>
          </p:cNvPr>
          <p:cNvGrpSpPr/>
          <p:nvPr/>
        </p:nvGrpSpPr>
        <p:grpSpPr>
          <a:xfrm>
            <a:off x="8155929" y="4755583"/>
            <a:ext cx="3610479" cy="323895"/>
            <a:chOff x="8174783" y="4472433"/>
            <a:chExt cx="3610479" cy="323895"/>
          </a:xfrm>
        </p:grpSpPr>
        <p:pic>
          <p:nvPicPr>
            <p:cNvPr id="107" name="図 106">
              <a:extLst>
                <a:ext uri="{FF2B5EF4-FFF2-40B4-BE49-F238E27FC236}">
                  <a16:creationId xmlns:a16="http://schemas.microsoft.com/office/drawing/2014/main" id="{84CA63A2-505E-8C66-BC05-831283C8D2E7}"/>
                </a:ext>
              </a:extLst>
            </p:cNvPr>
            <p:cNvPicPr>
              <a:picLocks noChangeAspect="1"/>
            </p:cNvPicPr>
            <p:nvPr/>
          </p:nvPicPr>
          <p:blipFill>
            <a:blip r:embed="rId11"/>
            <a:stretch>
              <a:fillRect/>
            </a:stretch>
          </p:blipFill>
          <p:spPr>
            <a:xfrm>
              <a:off x="8174783" y="4472433"/>
              <a:ext cx="1448002" cy="323895"/>
            </a:xfrm>
            <a:prstGeom prst="rect">
              <a:avLst/>
            </a:prstGeom>
          </p:spPr>
        </p:pic>
        <p:grpSp>
          <p:nvGrpSpPr>
            <p:cNvPr id="108" name="グループ化 107">
              <a:extLst>
                <a:ext uri="{FF2B5EF4-FFF2-40B4-BE49-F238E27FC236}">
                  <a16:creationId xmlns:a16="http://schemas.microsoft.com/office/drawing/2014/main" id="{3593AE34-0259-C563-0F52-3735BBF9C4FF}"/>
                </a:ext>
              </a:extLst>
            </p:cNvPr>
            <p:cNvGrpSpPr/>
            <p:nvPr/>
          </p:nvGrpSpPr>
          <p:grpSpPr>
            <a:xfrm>
              <a:off x="8319314" y="4529085"/>
              <a:ext cx="3465948" cy="253916"/>
              <a:chOff x="8319314" y="4529085"/>
              <a:chExt cx="3465948" cy="253916"/>
            </a:xfrm>
          </p:grpSpPr>
          <p:sp>
            <p:nvSpPr>
              <p:cNvPr id="109" name="正方形/長方形 108">
                <a:extLst>
                  <a:ext uri="{FF2B5EF4-FFF2-40B4-BE49-F238E27FC236}">
                    <a16:creationId xmlns:a16="http://schemas.microsoft.com/office/drawing/2014/main" id="{942EFCCE-48E4-E9B2-827A-80591D3CEBA9}"/>
                  </a:ext>
                </a:extLst>
              </p:cNvPr>
              <p:cNvSpPr/>
              <p:nvPr/>
            </p:nvSpPr>
            <p:spPr>
              <a:xfrm>
                <a:off x="8319314" y="4541490"/>
                <a:ext cx="3465948" cy="219046"/>
              </a:xfrm>
              <a:prstGeom prst="rect">
                <a:avLst/>
              </a:prstGeom>
              <a:solidFill>
                <a:srgbClr val="0625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9D79C698-0EF1-A693-8E21-446F4315038F}"/>
                  </a:ext>
                </a:extLst>
              </p:cNvPr>
              <p:cNvSpPr txBox="1"/>
              <p:nvPr/>
            </p:nvSpPr>
            <p:spPr>
              <a:xfrm>
                <a:off x="8319314" y="4529085"/>
                <a:ext cx="1665841" cy="253916"/>
              </a:xfrm>
              <a:prstGeom prst="rect">
                <a:avLst/>
              </a:prstGeom>
              <a:noFill/>
            </p:spPr>
            <p:txBody>
              <a:bodyPr wrap="none" rtlCol="0">
                <a:spAutoFit/>
              </a:bodyPr>
              <a:lstStyle/>
              <a:p>
                <a:r>
                  <a:rPr kumimoji="1" lang="ja-JP" altLang="en-US" sz="1050" dirty="0">
                    <a:solidFill>
                      <a:srgbClr val="98F5E1"/>
                    </a:solidFill>
                  </a:rPr>
                  <a:t>通信状況取得エラー表示</a:t>
                </a:r>
              </a:p>
            </p:txBody>
          </p:sp>
        </p:grpSp>
      </p:grpSp>
      <p:cxnSp>
        <p:nvCxnSpPr>
          <p:cNvPr id="50" name="直線コネクタ 49">
            <a:extLst>
              <a:ext uri="{FF2B5EF4-FFF2-40B4-BE49-F238E27FC236}">
                <a16:creationId xmlns:a16="http://schemas.microsoft.com/office/drawing/2014/main" id="{E48240C6-CDA6-779E-E1DC-FECAC724EA0D}"/>
              </a:ext>
            </a:extLst>
          </p:cNvPr>
          <p:cNvCxnSpPr>
            <a:cxnSpLocks/>
          </p:cNvCxnSpPr>
          <p:nvPr/>
        </p:nvCxnSpPr>
        <p:spPr>
          <a:xfrm>
            <a:off x="8157788" y="808505"/>
            <a:ext cx="0" cy="535099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1" name="正方形/長方形 110">
            <a:extLst>
              <a:ext uri="{FF2B5EF4-FFF2-40B4-BE49-F238E27FC236}">
                <a16:creationId xmlns:a16="http://schemas.microsoft.com/office/drawing/2014/main" id="{25703A16-37E4-8F79-7ABC-EED7BB5354F4}"/>
              </a:ext>
            </a:extLst>
          </p:cNvPr>
          <p:cNvSpPr/>
          <p:nvPr/>
        </p:nvSpPr>
        <p:spPr>
          <a:xfrm>
            <a:off x="8202139" y="5024834"/>
            <a:ext cx="3507571" cy="7203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t"/>
          <a:lstStyle/>
          <a:p>
            <a:r>
              <a:rPr kumimoji="1" lang="ja-JP" altLang="en-US" sz="800" dirty="0"/>
              <a:t>通信状況を取得できませんでした。</a:t>
            </a:r>
          </a:p>
        </p:txBody>
      </p:sp>
      <p:sp>
        <p:nvSpPr>
          <p:cNvPr id="112" name="正方形/長方形 111">
            <a:extLst>
              <a:ext uri="{FF2B5EF4-FFF2-40B4-BE49-F238E27FC236}">
                <a16:creationId xmlns:a16="http://schemas.microsoft.com/office/drawing/2014/main" id="{C475EBE2-E622-00CD-EE77-2D4CA1AC053B}"/>
              </a:ext>
            </a:extLst>
          </p:cNvPr>
          <p:cNvSpPr/>
          <p:nvPr/>
        </p:nvSpPr>
        <p:spPr>
          <a:xfrm>
            <a:off x="10746563" y="5769420"/>
            <a:ext cx="1006325" cy="335927"/>
          </a:xfrm>
          <a:prstGeom prst="rect">
            <a:avLst/>
          </a:prstGeom>
          <a:solidFill>
            <a:srgbClr val="062563"/>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t>詳細ログ確認</a:t>
            </a:r>
          </a:p>
        </p:txBody>
      </p:sp>
      <p:sp>
        <p:nvSpPr>
          <p:cNvPr id="113" name="テキスト ボックス 112">
            <a:extLst>
              <a:ext uri="{FF2B5EF4-FFF2-40B4-BE49-F238E27FC236}">
                <a16:creationId xmlns:a16="http://schemas.microsoft.com/office/drawing/2014/main" id="{F98A2ED5-8DD5-9EAD-BC0B-D79A582F748E}"/>
              </a:ext>
            </a:extLst>
          </p:cNvPr>
          <p:cNvSpPr txBox="1"/>
          <p:nvPr/>
        </p:nvSpPr>
        <p:spPr>
          <a:xfrm>
            <a:off x="7239100" y="3249217"/>
            <a:ext cx="537391" cy="769441"/>
          </a:xfrm>
          <a:prstGeom prst="rect">
            <a:avLst/>
          </a:prstGeom>
          <a:noFill/>
        </p:spPr>
        <p:txBody>
          <a:bodyPr wrap="none" rtlCol="0">
            <a:spAutoFit/>
          </a:bodyPr>
          <a:lstStyle/>
          <a:p>
            <a:pPr algn="r"/>
            <a:endParaRPr kumimoji="1" lang="en-US" altLang="ja-JP" sz="1100" dirty="0"/>
          </a:p>
          <a:p>
            <a:pPr algn="r"/>
            <a:r>
              <a:rPr kumimoji="1" lang="en-US" altLang="ja-JP" sz="1100" dirty="0"/>
              <a:t>12</a:t>
            </a:r>
          </a:p>
          <a:p>
            <a:pPr algn="r"/>
            <a:r>
              <a:rPr kumimoji="1" lang="en-US" altLang="ja-JP" sz="1100" dirty="0"/>
              <a:t>0</a:t>
            </a:r>
          </a:p>
          <a:p>
            <a:pPr algn="r"/>
            <a:r>
              <a:rPr kumimoji="1" lang="en-US" altLang="ja-JP" sz="1100" dirty="0"/>
              <a:t>1,580</a:t>
            </a:r>
            <a:endParaRPr kumimoji="1" lang="ja-JP" altLang="en-US" sz="1100" dirty="0"/>
          </a:p>
        </p:txBody>
      </p:sp>
      <p:grpSp>
        <p:nvGrpSpPr>
          <p:cNvPr id="114" name="グループ化 113">
            <a:extLst>
              <a:ext uri="{FF2B5EF4-FFF2-40B4-BE49-F238E27FC236}">
                <a16:creationId xmlns:a16="http://schemas.microsoft.com/office/drawing/2014/main" id="{29A6942F-FEA7-B5DC-7592-78920BBB7253}"/>
              </a:ext>
            </a:extLst>
          </p:cNvPr>
          <p:cNvGrpSpPr/>
          <p:nvPr/>
        </p:nvGrpSpPr>
        <p:grpSpPr>
          <a:xfrm>
            <a:off x="3265714" y="4128278"/>
            <a:ext cx="3610479" cy="323895"/>
            <a:chOff x="8174783" y="4472433"/>
            <a:chExt cx="3610479" cy="323895"/>
          </a:xfrm>
        </p:grpSpPr>
        <p:pic>
          <p:nvPicPr>
            <p:cNvPr id="115" name="図 114">
              <a:extLst>
                <a:ext uri="{FF2B5EF4-FFF2-40B4-BE49-F238E27FC236}">
                  <a16:creationId xmlns:a16="http://schemas.microsoft.com/office/drawing/2014/main" id="{74200D79-1763-5AE4-ACE2-8F99528ADDD2}"/>
                </a:ext>
              </a:extLst>
            </p:cNvPr>
            <p:cNvPicPr>
              <a:picLocks noChangeAspect="1"/>
            </p:cNvPicPr>
            <p:nvPr/>
          </p:nvPicPr>
          <p:blipFill>
            <a:blip r:embed="rId11"/>
            <a:stretch>
              <a:fillRect/>
            </a:stretch>
          </p:blipFill>
          <p:spPr>
            <a:xfrm>
              <a:off x="8174783" y="4472433"/>
              <a:ext cx="1448002" cy="323895"/>
            </a:xfrm>
            <a:prstGeom prst="rect">
              <a:avLst/>
            </a:prstGeom>
          </p:spPr>
        </p:pic>
        <p:grpSp>
          <p:nvGrpSpPr>
            <p:cNvPr id="116" name="グループ化 115">
              <a:extLst>
                <a:ext uri="{FF2B5EF4-FFF2-40B4-BE49-F238E27FC236}">
                  <a16:creationId xmlns:a16="http://schemas.microsoft.com/office/drawing/2014/main" id="{7B0C8FAA-7742-75DB-3CB8-C0A425AE255B}"/>
                </a:ext>
              </a:extLst>
            </p:cNvPr>
            <p:cNvGrpSpPr/>
            <p:nvPr/>
          </p:nvGrpSpPr>
          <p:grpSpPr>
            <a:xfrm>
              <a:off x="8319314" y="4529085"/>
              <a:ext cx="3465948" cy="253916"/>
              <a:chOff x="8319314" y="4529085"/>
              <a:chExt cx="3465948" cy="253916"/>
            </a:xfrm>
          </p:grpSpPr>
          <p:sp>
            <p:nvSpPr>
              <p:cNvPr id="117" name="正方形/長方形 116">
                <a:extLst>
                  <a:ext uri="{FF2B5EF4-FFF2-40B4-BE49-F238E27FC236}">
                    <a16:creationId xmlns:a16="http://schemas.microsoft.com/office/drawing/2014/main" id="{EEB77AE5-8298-8AC3-9979-2EE914254F89}"/>
                  </a:ext>
                </a:extLst>
              </p:cNvPr>
              <p:cNvSpPr/>
              <p:nvPr/>
            </p:nvSpPr>
            <p:spPr>
              <a:xfrm>
                <a:off x="8319314" y="4541490"/>
                <a:ext cx="3465948" cy="219046"/>
              </a:xfrm>
              <a:prstGeom prst="rect">
                <a:avLst/>
              </a:prstGeom>
              <a:solidFill>
                <a:srgbClr val="0625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8" name="テキスト ボックス 117">
                <a:extLst>
                  <a:ext uri="{FF2B5EF4-FFF2-40B4-BE49-F238E27FC236}">
                    <a16:creationId xmlns:a16="http://schemas.microsoft.com/office/drawing/2014/main" id="{2D14140F-56A4-65F5-4C41-4B70F3623B65}"/>
                  </a:ext>
                </a:extLst>
              </p:cNvPr>
              <p:cNvSpPr txBox="1"/>
              <p:nvPr/>
            </p:nvSpPr>
            <p:spPr>
              <a:xfrm>
                <a:off x="8319314" y="4529085"/>
                <a:ext cx="1127232" cy="253916"/>
              </a:xfrm>
              <a:prstGeom prst="rect">
                <a:avLst/>
              </a:prstGeom>
              <a:noFill/>
            </p:spPr>
            <p:txBody>
              <a:bodyPr wrap="none" rtlCol="0">
                <a:spAutoFit/>
              </a:bodyPr>
              <a:lstStyle/>
              <a:p>
                <a:r>
                  <a:rPr kumimoji="1" lang="ja-JP" altLang="en-US" sz="1050" dirty="0">
                    <a:solidFill>
                      <a:srgbClr val="98F5E1"/>
                    </a:solidFill>
                  </a:rPr>
                  <a:t>パケットロス率</a:t>
                </a:r>
              </a:p>
            </p:txBody>
          </p:sp>
        </p:grpSp>
      </p:grpSp>
      <p:sp>
        <p:nvSpPr>
          <p:cNvPr id="119" name="テキスト ボックス 118">
            <a:extLst>
              <a:ext uri="{FF2B5EF4-FFF2-40B4-BE49-F238E27FC236}">
                <a16:creationId xmlns:a16="http://schemas.microsoft.com/office/drawing/2014/main" id="{78EC0265-1FD3-A83F-D520-0EE3B2815688}"/>
              </a:ext>
            </a:extLst>
          </p:cNvPr>
          <p:cNvSpPr txBox="1"/>
          <p:nvPr/>
        </p:nvSpPr>
        <p:spPr>
          <a:xfrm>
            <a:off x="3416715" y="4408449"/>
            <a:ext cx="1112805" cy="769441"/>
          </a:xfrm>
          <a:prstGeom prst="rect">
            <a:avLst/>
          </a:prstGeom>
          <a:noFill/>
        </p:spPr>
        <p:txBody>
          <a:bodyPr wrap="none" rtlCol="0">
            <a:spAutoFit/>
          </a:bodyPr>
          <a:lstStyle/>
          <a:p>
            <a:r>
              <a:rPr kumimoji="1" lang="ja-JP" altLang="en-US" sz="1100" dirty="0"/>
              <a:t>直近　    </a:t>
            </a:r>
            <a:r>
              <a:rPr kumimoji="1" lang="en-US" altLang="ja-JP" sz="1100" dirty="0"/>
              <a:t>100</a:t>
            </a:r>
            <a:r>
              <a:rPr kumimoji="1" lang="ja-JP" altLang="en-US" sz="1100" dirty="0"/>
              <a:t>回</a:t>
            </a:r>
            <a:endParaRPr kumimoji="1" lang="en-US" altLang="ja-JP" sz="1100" dirty="0"/>
          </a:p>
          <a:p>
            <a:r>
              <a:rPr kumimoji="1" lang="ja-JP" altLang="en-US" sz="1100" dirty="0"/>
              <a:t>直近　    </a:t>
            </a:r>
            <a:r>
              <a:rPr kumimoji="1" lang="en-US" altLang="ja-JP" sz="1100" dirty="0"/>
              <a:t>600</a:t>
            </a:r>
            <a:r>
              <a:rPr kumimoji="1" lang="ja-JP" altLang="en-US" sz="1100" dirty="0"/>
              <a:t>回</a:t>
            </a:r>
            <a:endParaRPr kumimoji="1" lang="en-US" altLang="ja-JP" sz="1100" dirty="0"/>
          </a:p>
          <a:p>
            <a:r>
              <a:rPr kumimoji="1" lang="ja-JP" altLang="en-US" sz="1100" dirty="0"/>
              <a:t>直近　</a:t>
            </a:r>
            <a:r>
              <a:rPr kumimoji="1" lang="en-US" altLang="ja-JP" sz="1100" dirty="0"/>
              <a:t>3,600</a:t>
            </a:r>
            <a:r>
              <a:rPr kumimoji="1" lang="ja-JP" altLang="en-US" sz="1100" dirty="0"/>
              <a:t>回</a:t>
            </a:r>
            <a:endParaRPr kumimoji="1" lang="en-US" altLang="ja-JP" sz="1100" dirty="0"/>
          </a:p>
          <a:p>
            <a:r>
              <a:rPr kumimoji="1" lang="ja-JP" altLang="en-US" sz="1100" dirty="0"/>
              <a:t>直近  </a:t>
            </a:r>
            <a:r>
              <a:rPr kumimoji="1" lang="en-US" altLang="ja-JP" sz="1100" dirty="0"/>
              <a:t>21,600</a:t>
            </a:r>
            <a:r>
              <a:rPr kumimoji="1" lang="ja-JP" altLang="en-US" sz="1100" dirty="0"/>
              <a:t>回</a:t>
            </a:r>
          </a:p>
        </p:txBody>
      </p:sp>
      <p:sp>
        <p:nvSpPr>
          <p:cNvPr id="120" name="テキスト ボックス 119">
            <a:extLst>
              <a:ext uri="{FF2B5EF4-FFF2-40B4-BE49-F238E27FC236}">
                <a16:creationId xmlns:a16="http://schemas.microsoft.com/office/drawing/2014/main" id="{A631994E-F7B7-FF48-51D5-624DF50F25BE}"/>
              </a:ext>
            </a:extLst>
          </p:cNvPr>
          <p:cNvSpPr txBox="1"/>
          <p:nvPr/>
        </p:nvSpPr>
        <p:spPr>
          <a:xfrm>
            <a:off x="5658872" y="4408449"/>
            <a:ext cx="553358" cy="769441"/>
          </a:xfrm>
          <a:prstGeom prst="rect">
            <a:avLst/>
          </a:prstGeom>
          <a:noFill/>
        </p:spPr>
        <p:txBody>
          <a:bodyPr wrap="none" rtlCol="0">
            <a:spAutoFit/>
          </a:bodyPr>
          <a:lstStyle/>
          <a:p>
            <a:pPr algn="r"/>
            <a:r>
              <a:rPr kumimoji="1" lang="en-US" altLang="ja-JP" sz="1100" dirty="0"/>
              <a:t>0.0</a:t>
            </a:r>
            <a:r>
              <a:rPr kumimoji="1" lang="ja-JP" altLang="en-US" sz="1100" dirty="0"/>
              <a:t>％</a:t>
            </a:r>
            <a:endParaRPr kumimoji="1" lang="en-US" altLang="ja-JP" sz="1100" dirty="0"/>
          </a:p>
          <a:p>
            <a:pPr algn="r"/>
            <a:r>
              <a:rPr kumimoji="1" lang="en-US" altLang="ja-JP" sz="1100" dirty="0"/>
              <a:t>0.0</a:t>
            </a:r>
            <a:r>
              <a:rPr kumimoji="1" lang="ja-JP" altLang="en-US" sz="1100" dirty="0"/>
              <a:t>％</a:t>
            </a:r>
            <a:endParaRPr kumimoji="1" lang="en-US" altLang="ja-JP" sz="1100" dirty="0"/>
          </a:p>
          <a:p>
            <a:pPr algn="r"/>
            <a:r>
              <a:rPr kumimoji="1" lang="en-US" altLang="ja-JP" sz="1100" dirty="0"/>
              <a:t> 2.5</a:t>
            </a:r>
            <a:r>
              <a:rPr kumimoji="1" lang="ja-JP" altLang="en-US" sz="1100" dirty="0"/>
              <a:t>％</a:t>
            </a:r>
            <a:endParaRPr kumimoji="1" lang="en-US" altLang="ja-JP" sz="1100" dirty="0"/>
          </a:p>
          <a:p>
            <a:pPr algn="r"/>
            <a:r>
              <a:rPr kumimoji="1" lang="en-US" altLang="ja-JP" sz="1100" dirty="0"/>
              <a:t> </a:t>
            </a:r>
            <a:endParaRPr kumimoji="1" lang="ja-JP" altLang="en-US" sz="1100" dirty="0"/>
          </a:p>
        </p:txBody>
      </p:sp>
      <p:sp>
        <p:nvSpPr>
          <p:cNvPr id="121" name="テキスト ボックス 120">
            <a:extLst>
              <a:ext uri="{FF2B5EF4-FFF2-40B4-BE49-F238E27FC236}">
                <a16:creationId xmlns:a16="http://schemas.microsoft.com/office/drawing/2014/main" id="{2107AEAF-0168-20CE-1E63-256AD71720B8}"/>
              </a:ext>
            </a:extLst>
          </p:cNvPr>
          <p:cNvSpPr txBox="1"/>
          <p:nvPr/>
        </p:nvSpPr>
        <p:spPr>
          <a:xfrm>
            <a:off x="6122962" y="4408449"/>
            <a:ext cx="607859" cy="769441"/>
          </a:xfrm>
          <a:prstGeom prst="rect">
            <a:avLst/>
          </a:prstGeom>
          <a:noFill/>
        </p:spPr>
        <p:txBody>
          <a:bodyPr wrap="none" rtlCol="0">
            <a:spAutoFit/>
          </a:bodyPr>
          <a:lstStyle/>
          <a:p>
            <a:r>
              <a:rPr kumimoji="1" lang="ja-JP" altLang="en-US" sz="1100" b="1" dirty="0">
                <a:solidFill>
                  <a:srgbClr val="04E6EC"/>
                </a:solidFill>
              </a:rPr>
              <a:t>正常</a:t>
            </a:r>
            <a:endParaRPr kumimoji="1" lang="en-US" altLang="ja-JP" sz="1100" b="1" dirty="0">
              <a:solidFill>
                <a:srgbClr val="04E6EC"/>
              </a:solidFill>
            </a:endParaRPr>
          </a:p>
          <a:p>
            <a:r>
              <a:rPr kumimoji="1" lang="ja-JP" altLang="en-US" sz="1100" b="1" dirty="0">
                <a:solidFill>
                  <a:srgbClr val="04E6EC"/>
                </a:solidFill>
              </a:rPr>
              <a:t>正常</a:t>
            </a:r>
            <a:endParaRPr kumimoji="1" lang="en-US" altLang="ja-JP" sz="1100" b="1" dirty="0">
              <a:solidFill>
                <a:srgbClr val="04E6EC"/>
              </a:solidFill>
            </a:endParaRPr>
          </a:p>
          <a:p>
            <a:r>
              <a:rPr kumimoji="1" lang="ja-JP" altLang="en-US" sz="1100" b="1" dirty="0">
                <a:solidFill>
                  <a:schemeClr val="accent2"/>
                </a:solidFill>
              </a:rPr>
              <a:t>要注意</a:t>
            </a:r>
            <a:endParaRPr kumimoji="1" lang="en-US" altLang="ja-JP" sz="1100" b="1" dirty="0">
              <a:solidFill>
                <a:schemeClr val="accent2"/>
              </a:solidFill>
            </a:endParaRPr>
          </a:p>
          <a:p>
            <a:r>
              <a:rPr kumimoji="1" lang="ja-JP" altLang="en-US" sz="1100" b="1" dirty="0">
                <a:solidFill>
                  <a:srgbClr val="00B050"/>
                </a:solidFill>
              </a:rPr>
              <a:t>計測中</a:t>
            </a:r>
          </a:p>
        </p:txBody>
      </p:sp>
      <p:sp>
        <p:nvSpPr>
          <p:cNvPr id="122" name="正方形/長方形 121">
            <a:extLst>
              <a:ext uri="{FF2B5EF4-FFF2-40B4-BE49-F238E27FC236}">
                <a16:creationId xmlns:a16="http://schemas.microsoft.com/office/drawing/2014/main" id="{8BF184FE-FD39-2837-45C2-71C0695C8BA5}"/>
              </a:ext>
            </a:extLst>
          </p:cNvPr>
          <p:cNvSpPr/>
          <p:nvPr/>
        </p:nvSpPr>
        <p:spPr>
          <a:xfrm>
            <a:off x="7088357" y="5769420"/>
            <a:ext cx="1006325" cy="335927"/>
          </a:xfrm>
          <a:prstGeom prst="rect">
            <a:avLst/>
          </a:prstGeom>
          <a:solidFill>
            <a:srgbClr val="062563"/>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t>詳細ログ確認</a:t>
            </a:r>
          </a:p>
        </p:txBody>
      </p:sp>
      <p:pic>
        <p:nvPicPr>
          <p:cNvPr id="124" name="図 123">
            <a:extLst>
              <a:ext uri="{FF2B5EF4-FFF2-40B4-BE49-F238E27FC236}">
                <a16:creationId xmlns:a16="http://schemas.microsoft.com/office/drawing/2014/main" id="{B1732D89-D666-6369-81DF-B2891C267F4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48842" y="1240829"/>
            <a:ext cx="816758" cy="816758"/>
          </a:xfrm>
          <a:prstGeom prst="rect">
            <a:avLst/>
          </a:prstGeom>
        </p:spPr>
      </p:pic>
      <p:pic>
        <p:nvPicPr>
          <p:cNvPr id="125" name="図 124">
            <a:extLst>
              <a:ext uri="{FF2B5EF4-FFF2-40B4-BE49-F238E27FC236}">
                <a16:creationId xmlns:a16="http://schemas.microsoft.com/office/drawing/2014/main" id="{B9D5AD63-BA1C-95B6-38DD-9B4EFF0FEC9B}"/>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9059" y="1679536"/>
            <a:ext cx="520551" cy="520551"/>
          </a:xfrm>
          <a:prstGeom prst="rect">
            <a:avLst/>
          </a:prstGeom>
        </p:spPr>
      </p:pic>
    </p:spTree>
    <p:extLst>
      <p:ext uri="{BB962C8B-B14F-4D97-AF65-F5344CB8AC3E}">
        <p14:creationId xmlns:p14="http://schemas.microsoft.com/office/powerpoint/2010/main" val="2647449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56AED-3932-731A-9C9E-0685B9C9D2DA}"/>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AFBA4717-6505-5797-BCDD-D00B00A6B6E1}"/>
              </a:ext>
            </a:extLst>
          </p:cNvPr>
          <p:cNvPicPr>
            <a:picLocks noChangeAspect="1"/>
          </p:cNvPicPr>
          <p:nvPr/>
        </p:nvPicPr>
        <p:blipFill>
          <a:blip r:embed="rId2"/>
          <a:stretch>
            <a:fillRect/>
          </a:stretch>
        </p:blipFill>
        <p:spPr>
          <a:xfrm>
            <a:off x="0" y="283098"/>
            <a:ext cx="12192000" cy="6291803"/>
          </a:xfrm>
          <a:prstGeom prst="rect">
            <a:avLst/>
          </a:prstGeom>
        </p:spPr>
      </p:pic>
      <p:sp>
        <p:nvSpPr>
          <p:cNvPr id="6" name="正方形/長方形 5">
            <a:extLst>
              <a:ext uri="{FF2B5EF4-FFF2-40B4-BE49-F238E27FC236}">
                <a16:creationId xmlns:a16="http://schemas.microsoft.com/office/drawing/2014/main" id="{2A128B9D-0A44-57FD-16C0-B720D9DE2937}"/>
              </a:ext>
            </a:extLst>
          </p:cNvPr>
          <p:cNvSpPr/>
          <p:nvPr/>
        </p:nvSpPr>
        <p:spPr>
          <a:xfrm>
            <a:off x="11059886" y="283098"/>
            <a:ext cx="1132114" cy="60480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8CACD80D-7CB8-03FD-5FAB-3FA9B3B4680D}"/>
              </a:ext>
            </a:extLst>
          </p:cNvPr>
          <p:cNvSpPr/>
          <p:nvPr/>
        </p:nvSpPr>
        <p:spPr>
          <a:xfrm>
            <a:off x="11164389" y="283098"/>
            <a:ext cx="923108" cy="378753"/>
          </a:xfrm>
          <a:prstGeom prst="rect">
            <a:avLst/>
          </a:prstGeom>
          <a:solidFill>
            <a:srgbClr val="FFE76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時報停止</a:t>
            </a:r>
          </a:p>
        </p:txBody>
      </p:sp>
      <p:sp>
        <p:nvSpPr>
          <p:cNvPr id="8" name="テキスト ボックス 7">
            <a:extLst>
              <a:ext uri="{FF2B5EF4-FFF2-40B4-BE49-F238E27FC236}">
                <a16:creationId xmlns:a16="http://schemas.microsoft.com/office/drawing/2014/main" id="{AB976EA0-2901-1ACE-FB30-AE0EA0C6B379}"/>
              </a:ext>
            </a:extLst>
          </p:cNvPr>
          <p:cNvSpPr txBox="1"/>
          <p:nvPr/>
        </p:nvSpPr>
        <p:spPr>
          <a:xfrm>
            <a:off x="11059886" y="676014"/>
            <a:ext cx="1172116" cy="200055"/>
          </a:xfrm>
          <a:prstGeom prst="rect">
            <a:avLst/>
          </a:prstGeom>
          <a:noFill/>
        </p:spPr>
        <p:txBody>
          <a:bodyPr wrap="none" rtlCol="0">
            <a:spAutoFit/>
          </a:bodyPr>
          <a:lstStyle/>
          <a:p>
            <a:r>
              <a:rPr kumimoji="1" lang="ja-JP" altLang="en-US" sz="700" dirty="0"/>
              <a:t>時報は通常通り鳴ります</a:t>
            </a:r>
          </a:p>
        </p:txBody>
      </p:sp>
      <p:sp>
        <p:nvSpPr>
          <p:cNvPr id="9" name="正方形/長方形 8">
            <a:extLst>
              <a:ext uri="{FF2B5EF4-FFF2-40B4-BE49-F238E27FC236}">
                <a16:creationId xmlns:a16="http://schemas.microsoft.com/office/drawing/2014/main" id="{9AD843A2-41BB-6785-61C0-1524526943A9}"/>
              </a:ext>
            </a:extLst>
          </p:cNvPr>
          <p:cNvSpPr/>
          <p:nvPr/>
        </p:nvSpPr>
        <p:spPr>
          <a:xfrm>
            <a:off x="11164389" y="885099"/>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solidFill>
              </a:rPr>
              <a:t>ネットワーク状態表示</a:t>
            </a:r>
          </a:p>
        </p:txBody>
      </p:sp>
      <p:sp>
        <p:nvSpPr>
          <p:cNvPr id="10" name="正方形/長方形 9">
            <a:extLst>
              <a:ext uri="{FF2B5EF4-FFF2-40B4-BE49-F238E27FC236}">
                <a16:creationId xmlns:a16="http://schemas.microsoft.com/office/drawing/2014/main" id="{F92FA2CC-5669-44B4-C281-BF12B4B2799C}"/>
              </a:ext>
            </a:extLst>
          </p:cNvPr>
          <p:cNvSpPr/>
          <p:nvPr/>
        </p:nvSpPr>
        <p:spPr>
          <a:xfrm>
            <a:off x="11164389" y="6196148"/>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再起動</a:t>
            </a:r>
          </a:p>
        </p:txBody>
      </p:sp>
      <p:sp>
        <p:nvSpPr>
          <p:cNvPr id="11" name="正方形/長方形 10">
            <a:extLst>
              <a:ext uri="{FF2B5EF4-FFF2-40B4-BE49-F238E27FC236}">
                <a16:creationId xmlns:a16="http://schemas.microsoft.com/office/drawing/2014/main" id="{0D67D901-44F7-2E8A-0C4A-2D1E94C2013A}"/>
              </a:ext>
            </a:extLst>
          </p:cNvPr>
          <p:cNvSpPr/>
          <p:nvPr/>
        </p:nvSpPr>
        <p:spPr>
          <a:xfrm>
            <a:off x="11164389" y="5761144"/>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画面消灯</a:t>
            </a:r>
          </a:p>
        </p:txBody>
      </p:sp>
      <p:sp>
        <p:nvSpPr>
          <p:cNvPr id="2" name="正方形/長方形 1">
            <a:extLst>
              <a:ext uri="{FF2B5EF4-FFF2-40B4-BE49-F238E27FC236}">
                <a16:creationId xmlns:a16="http://schemas.microsoft.com/office/drawing/2014/main" id="{5E55E856-F9C8-0826-DD91-83BD805E1D5A}"/>
              </a:ext>
            </a:extLst>
          </p:cNvPr>
          <p:cNvSpPr/>
          <p:nvPr/>
        </p:nvSpPr>
        <p:spPr>
          <a:xfrm>
            <a:off x="0" y="283098"/>
            <a:ext cx="12192000" cy="6291803"/>
          </a:xfrm>
          <a:prstGeom prst="rect">
            <a:avLst/>
          </a:prstGeom>
          <a:solidFill>
            <a:srgbClr val="002060">
              <a:alpha val="40000"/>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
        <p:nvSpPr>
          <p:cNvPr id="4" name="正方形/長方形 3">
            <a:extLst>
              <a:ext uri="{FF2B5EF4-FFF2-40B4-BE49-F238E27FC236}">
                <a16:creationId xmlns:a16="http://schemas.microsoft.com/office/drawing/2014/main" id="{2297401B-9D2D-C148-9A01-13B4BA4CB59C}"/>
              </a:ext>
            </a:extLst>
          </p:cNvPr>
          <p:cNvSpPr/>
          <p:nvPr/>
        </p:nvSpPr>
        <p:spPr>
          <a:xfrm>
            <a:off x="485192" y="601647"/>
            <a:ext cx="11221617" cy="5654707"/>
          </a:xfrm>
          <a:prstGeom prst="rect">
            <a:avLst/>
          </a:prstGeom>
          <a:solidFill>
            <a:srgbClr val="002060"/>
          </a:solidFill>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
        <p:nvSpPr>
          <p:cNvPr id="12" name="テキスト ボックス 11">
            <a:extLst>
              <a:ext uri="{FF2B5EF4-FFF2-40B4-BE49-F238E27FC236}">
                <a16:creationId xmlns:a16="http://schemas.microsoft.com/office/drawing/2014/main" id="{3B9E86DD-2771-E268-F72D-B98ED8E04C12}"/>
              </a:ext>
            </a:extLst>
          </p:cNvPr>
          <p:cNvSpPr txBox="1"/>
          <p:nvPr/>
        </p:nvSpPr>
        <p:spPr>
          <a:xfrm>
            <a:off x="4836681" y="661851"/>
            <a:ext cx="2518638" cy="307777"/>
          </a:xfrm>
          <a:prstGeom prst="rect">
            <a:avLst/>
          </a:prstGeom>
          <a:noFill/>
        </p:spPr>
        <p:txBody>
          <a:bodyPr wrap="none" rtlCol="0">
            <a:spAutoFit/>
          </a:bodyPr>
          <a:lstStyle/>
          <a:p>
            <a:r>
              <a:rPr kumimoji="1" lang="ja-JP" altLang="en-US" sz="1400" dirty="0">
                <a:solidFill>
                  <a:srgbClr val="FFFF00"/>
                </a:solidFill>
              </a:rPr>
              <a:t>通信状況表示ダッシュボード</a:t>
            </a:r>
          </a:p>
        </p:txBody>
      </p:sp>
      <p:sp>
        <p:nvSpPr>
          <p:cNvPr id="13" name="テキスト ボックス 12">
            <a:extLst>
              <a:ext uri="{FF2B5EF4-FFF2-40B4-BE49-F238E27FC236}">
                <a16:creationId xmlns:a16="http://schemas.microsoft.com/office/drawing/2014/main" id="{2132DFDB-83EE-1012-C4C5-E9BC4CCF00D3}"/>
              </a:ext>
            </a:extLst>
          </p:cNvPr>
          <p:cNvSpPr txBox="1"/>
          <p:nvPr/>
        </p:nvSpPr>
        <p:spPr>
          <a:xfrm>
            <a:off x="501172" y="956075"/>
            <a:ext cx="1261884" cy="307777"/>
          </a:xfrm>
          <a:prstGeom prst="rect">
            <a:avLst/>
          </a:prstGeom>
          <a:noFill/>
        </p:spPr>
        <p:txBody>
          <a:bodyPr wrap="none" rtlCol="0">
            <a:spAutoFit/>
          </a:bodyPr>
          <a:lstStyle/>
          <a:p>
            <a:r>
              <a:rPr kumimoji="1" lang="ja-JP" altLang="en-US" sz="1400" dirty="0">
                <a:solidFill>
                  <a:srgbClr val="04E6EC"/>
                </a:solidFill>
              </a:rPr>
              <a:t>●オンライン</a:t>
            </a:r>
          </a:p>
        </p:txBody>
      </p:sp>
      <p:sp>
        <p:nvSpPr>
          <p:cNvPr id="14" name="テキスト ボックス 13">
            <a:extLst>
              <a:ext uri="{FF2B5EF4-FFF2-40B4-BE49-F238E27FC236}">
                <a16:creationId xmlns:a16="http://schemas.microsoft.com/office/drawing/2014/main" id="{19102C0D-6B90-A4AA-4A55-15F2C8BB251E}"/>
              </a:ext>
            </a:extLst>
          </p:cNvPr>
          <p:cNvSpPr txBox="1"/>
          <p:nvPr/>
        </p:nvSpPr>
        <p:spPr>
          <a:xfrm>
            <a:off x="10056997" y="956075"/>
            <a:ext cx="1649811" cy="307777"/>
          </a:xfrm>
          <a:prstGeom prst="rect">
            <a:avLst/>
          </a:prstGeom>
          <a:noFill/>
        </p:spPr>
        <p:txBody>
          <a:bodyPr wrap="none" rtlCol="0">
            <a:spAutoFit/>
          </a:bodyPr>
          <a:lstStyle/>
          <a:p>
            <a:r>
              <a:rPr kumimoji="1" lang="ja-JP" altLang="en-US" sz="1400" dirty="0"/>
              <a:t>最終更新 </a:t>
            </a:r>
            <a:r>
              <a:rPr kumimoji="1" lang="en-US" altLang="ja-JP" sz="1400" dirty="0"/>
              <a:t>20:05:31</a:t>
            </a:r>
            <a:endParaRPr kumimoji="1" lang="ja-JP" altLang="en-US" sz="1400" dirty="0"/>
          </a:p>
        </p:txBody>
      </p:sp>
      <p:sp>
        <p:nvSpPr>
          <p:cNvPr id="15" name="正方形/長方形 14">
            <a:extLst>
              <a:ext uri="{FF2B5EF4-FFF2-40B4-BE49-F238E27FC236}">
                <a16:creationId xmlns:a16="http://schemas.microsoft.com/office/drawing/2014/main" id="{4279595E-17A6-7266-DC47-23DCC6080B78}"/>
              </a:ext>
            </a:extLst>
          </p:cNvPr>
          <p:cNvSpPr/>
          <p:nvPr/>
        </p:nvSpPr>
        <p:spPr>
          <a:xfrm>
            <a:off x="580268" y="1618280"/>
            <a:ext cx="11031464" cy="414286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26550D14-40D6-D035-4AC2-D6487227F921}"/>
              </a:ext>
            </a:extLst>
          </p:cNvPr>
          <p:cNvSpPr/>
          <p:nvPr/>
        </p:nvSpPr>
        <p:spPr>
          <a:xfrm>
            <a:off x="565841" y="5816497"/>
            <a:ext cx="1132546" cy="384502"/>
          </a:xfrm>
          <a:prstGeom prst="rect">
            <a:avLst/>
          </a:prstGeom>
          <a:solidFill>
            <a:srgbClr val="002060"/>
          </a:solidFill>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dirty="0">
                <a:solidFill>
                  <a:schemeClr val="tx1"/>
                </a:solidFill>
              </a:rPr>
              <a:t>戻る</a:t>
            </a:r>
          </a:p>
        </p:txBody>
      </p:sp>
      <p:sp>
        <p:nvSpPr>
          <p:cNvPr id="58" name="正方形/長方形 57">
            <a:extLst>
              <a:ext uri="{FF2B5EF4-FFF2-40B4-BE49-F238E27FC236}">
                <a16:creationId xmlns:a16="http://schemas.microsoft.com/office/drawing/2014/main" id="{D40A4749-D582-BEE2-6E18-0AC33FBCA074}"/>
              </a:ext>
            </a:extLst>
          </p:cNvPr>
          <p:cNvSpPr/>
          <p:nvPr/>
        </p:nvSpPr>
        <p:spPr>
          <a:xfrm>
            <a:off x="10479186" y="5816497"/>
            <a:ext cx="1132546" cy="384502"/>
          </a:xfrm>
          <a:prstGeom prst="rect">
            <a:avLst/>
          </a:prstGeom>
          <a:solidFill>
            <a:srgbClr val="FF66CC"/>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dirty="0">
                <a:solidFill>
                  <a:schemeClr val="tx1"/>
                </a:solidFill>
              </a:rPr>
              <a:t>閉じる</a:t>
            </a:r>
          </a:p>
        </p:txBody>
      </p:sp>
      <p:sp>
        <p:nvSpPr>
          <p:cNvPr id="59" name="正方形/長方形 58">
            <a:extLst>
              <a:ext uri="{FF2B5EF4-FFF2-40B4-BE49-F238E27FC236}">
                <a16:creationId xmlns:a16="http://schemas.microsoft.com/office/drawing/2014/main" id="{17A871A2-6510-E759-6958-88439BACBA1C}"/>
              </a:ext>
            </a:extLst>
          </p:cNvPr>
          <p:cNvSpPr/>
          <p:nvPr/>
        </p:nvSpPr>
        <p:spPr>
          <a:xfrm>
            <a:off x="580268" y="1235682"/>
            <a:ext cx="5515732" cy="382598"/>
          </a:xfrm>
          <a:prstGeom prst="rect">
            <a:avLst/>
          </a:prstGeom>
          <a:solidFill>
            <a:srgbClr val="FFE76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インターネット</a:t>
            </a:r>
          </a:p>
        </p:txBody>
      </p:sp>
      <p:sp>
        <p:nvSpPr>
          <p:cNvPr id="60" name="正方形/長方形 59">
            <a:extLst>
              <a:ext uri="{FF2B5EF4-FFF2-40B4-BE49-F238E27FC236}">
                <a16:creationId xmlns:a16="http://schemas.microsoft.com/office/drawing/2014/main" id="{3FE504C1-D66A-0234-0597-546CDD06C735}"/>
              </a:ext>
            </a:extLst>
          </p:cNvPr>
          <p:cNvSpPr/>
          <p:nvPr/>
        </p:nvSpPr>
        <p:spPr>
          <a:xfrm>
            <a:off x="6096000" y="1235682"/>
            <a:ext cx="5515732" cy="382598"/>
          </a:xfrm>
          <a:prstGeom prst="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ゲートウェイ</a:t>
            </a:r>
          </a:p>
        </p:txBody>
      </p:sp>
      <p:sp>
        <p:nvSpPr>
          <p:cNvPr id="61" name="テキスト ボックス 60">
            <a:extLst>
              <a:ext uri="{FF2B5EF4-FFF2-40B4-BE49-F238E27FC236}">
                <a16:creationId xmlns:a16="http://schemas.microsoft.com/office/drawing/2014/main" id="{34C7A67B-4411-E225-825E-4E5A0D2D63F4}"/>
              </a:ext>
            </a:extLst>
          </p:cNvPr>
          <p:cNvSpPr txBox="1"/>
          <p:nvPr/>
        </p:nvSpPr>
        <p:spPr>
          <a:xfrm>
            <a:off x="580268" y="1639054"/>
            <a:ext cx="950901" cy="276999"/>
          </a:xfrm>
          <a:prstGeom prst="rect">
            <a:avLst/>
          </a:prstGeom>
          <a:noFill/>
        </p:spPr>
        <p:txBody>
          <a:bodyPr wrap="none" rtlCol="0">
            <a:spAutoFit/>
          </a:bodyPr>
          <a:lstStyle/>
          <a:p>
            <a:r>
              <a:rPr kumimoji="1" lang="en-US" altLang="ja-JP" sz="1200" dirty="0"/>
              <a:t>IP</a:t>
            </a:r>
            <a:r>
              <a:rPr kumimoji="1" lang="ja-JP" altLang="en-US" sz="1200" dirty="0"/>
              <a:t>：</a:t>
            </a:r>
            <a:r>
              <a:rPr kumimoji="1" lang="en-US" altLang="ja-JP" sz="1200" dirty="0"/>
              <a:t>8.8.8.8</a:t>
            </a:r>
            <a:endParaRPr kumimoji="1" lang="ja-JP" altLang="en-US" sz="1200" dirty="0"/>
          </a:p>
        </p:txBody>
      </p:sp>
      <p:graphicFrame>
        <p:nvGraphicFramePr>
          <p:cNvPr id="62" name="表 61">
            <a:extLst>
              <a:ext uri="{FF2B5EF4-FFF2-40B4-BE49-F238E27FC236}">
                <a16:creationId xmlns:a16="http://schemas.microsoft.com/office/drawing/2014/main" id="{569AD2F3-40DA-F154-FB6E-EBACBF2105D8}"/>
              </a:ext>
            </a:extLst>
          </p:cNvPr>
          <p:cNvGraphicFramePr>
            <a:graphicFrameLocks noGrp="1"/>
          </p:cNvGraphicFramePr>
          <p:nvPr>
            <p:extLst>
              <p:ext uri="{D42A27DB-BD31-4B8C-83A1-F6EECF244321}">
                <p14:modId xmlns:p14="http://schemas.microsoft.com/office/powerpoint/2010/main" val="3763337576"/>
              </p:ext>
            </p:extLst>
          </p:nvPr>
        </p:nvGraphicFramePr>
        <p:xfrm>
          <a:off x="635000" y="2346598"/>
          <a:ext cx="10795001" cy="3337560"/>
        </p:xfrm>
        <a:graphic>
          <a:graphicData uri="http://schemas.openxmlformats.org/drawingml/2006/table">
            <a:tbl>
              <a:tblPr firstRow="1" bandRow="1">
                <a:tableStyleId>{2D5ABB26-0587-4C30-8999-92F81FD0307C}</a:tableStyleId>
              </a:tblPr>
              <a:tblGrid>
                <a:gridCol w="1081833">
                  <a:extLst>
                    <a:ext uri="{9D8B030D-6E8A-4147-A177-3AD203B41FA5}">
                      <a16:colId xmlns:a16="http://schemas.microsoft.com/office/drawing/2014/main" val="3627693162"/>
                    </a:ext>
                  </a:extLst>
                </a:gridCol>
                <a:gridCol w="1063689">
                  <a:extLst>
                    <a:ext uri="{9D8B030D-6E8A-4147-A177-3AD203B41FA5}">
                      <a16:colId xmlns:a16="http://schemas.microsoft.com/office/drawing/2014/main" val="2361171087"/>
                    </a:ext>
                  </a:extLst>
                </a:gridCol>
                <a:gridCol w="1315617">
                  <a:extLst>
                    <a:ext uri="{9D8B030D-6E8A-4147-A177-3AD203B41FA5}">
                      <a16:colId xmlns:a16="http://schemas.microsoft.com/office/drawing/2014/main" val="3506184442"/>
                    </a:ext>
                  </a:extLst>
                </a:gridCol>
                <a:gridCol w="1156996">
                  <a:extLst>
                    <a:ext uri="{9D8B030D-6E8A-4147-A177-3AD203B41FA5}">
                      <a16:colId xmlns:a16="http://schemas.microsoft.com/office/drawing/2014/main" val="937269158"/>
                    </a:ext>
                  </a:extLst>
                </a:gridCol>
                <a:gridCol w="923730">
                  <a:extLst>
                    <a:ext uri="{9D8B030D-6E8A-4147-A177-3AD203B41FA5}">
                      <a16:colId xmlns:a16="http://schemas.microsoft.com/office/drawing/2014/main" val="187931438"/>
                    </a:ext>
                  </a:extLst>
                </a:gridCol>
                <a:gridCol w="1623527">
                  <a:extLst>
                    <a:ext uri="{9D8B030D-6E8A-4147-A177-3AD203B41FA5}">
                      <a16:colId xmlns:a16="http://schemas.microsoft.com/office/drawing/2014/main" val="3630869640"/>
                    </a:ext>
                  </a:extLst>
                </a:gridCol>
                <a:gridCol w="1561774">
                  <a:extLst>
                    <a:ext uri="{9D8B030D-6E8A-4147-A177-3AD203B41FA5}">
                      <a16:colId xmlns:a16="http://schemas.microsoft.com/office/drawing/2014/main" val="4057185790"/>
                    </a:ext>
                  </a:extLst>
                </a:gridCol>
                <a:gridCol w="1246738">
                  <a:extLst>
                    <a:ext uri="{9D8B030D-6E8A-4147-A177-3AD203B41FA5}">
                      <a16:colId xmlns:a16="http://schemas.microsoft.com/office/drawing/2014/main" val="2970321427"/>
                    </a:ext>
                  </a:extLst>
                </a:gridCol>
                <a:gridCol w="821097">
                  <a:extLst>
                    <a:ext uri="{9D8B030D-6E8A-4147-A177-3AD203B41FA5}">
                      <a16:colId xmlns:a16="http://schemas.microsoft.com/office/drawing/2014/main" val="3691198108"/>
                    </a:ext>
                  </a:extLst>
                </a:gridCol>
              </a:tblGrid>
              <a:tr h="370840">
                <a:tc>
                  <a:txBody>
                    <a:bodyPr/>
                    <a:lstStyle/>
                    <a:p>
                      <a:pPr algn="ctr"/>
                      <a:r>
                        <a:rPr kumimoji="1" lang="ja-JP" altLang="en-US" sz="1200" dirty="0"/>
                        <a:t>日付</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時刻</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結果</a:t>
                      </a:r>
                    </a:p>
                  </a:txBody>
                  <a:tcPr anchor="ctr">
                    <a:lnL>
                      <a:noFill/>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応答時間</a:t>
                      </a:r>
                    </a:p>
                  </a:txBody>
                  <a:tcPr anchor="ctr">
                    <a:lnL>
                      <a:noFill/>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連続失敗</a:t>
                      </a:r>
                    </a:p>
                  </a:txBody>
                  <a:tcPr anchor="ctr">
                    <a:lnL>
                      <a:noFill/>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直近</a:t>
                      </a:r>
                      <a:r>
                        <a:rPr kumimoji="1" lang="en-US" altLang="ja-JP" sz="1200" dirty="0"/>
                        <a:t>100</a:t>
                      </a:r>
                      <a:r>
                        <a:rPr kumimoji="1" lang="ja-JP" altLang="en-US" sz="1200" dirty="0"/>
                        <a:t>回のロス率</a:t>
                      </a:r>
                    </a:p>
                  </a:txBody>
                  <a:tcPr anchor="ctr">
                    <a:lnL>
                      <a:noFill/>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直近</a:t>
                      </a:r>
                      <a:r>
                        <a:rPr kumimoji="1" lang="en-US" altLang="ja-JP" sz="1200" dirty="0"/>
                        <a:t>600</a:t>
                      </a:r>
                      <a:r>
                        <a:rPr kumimoji="1" lang="ja-JP" altLang="en-US" sz="1200" dirty="0"/>
                        <a:t>回のロス率</a:t>
                      </a:r>
                    </a:p>
                  </a:txBody>
                  <a:tcPr anchor="ctr">
                    <a:lnL>
                      <a:noFill/>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判定</a:t>
                      </a: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656795526"/>
                  </a:ext>
                </a:extLst>
              </a:tr>
              <a:tr h="370840">
                <a:tc>
                  <a:txBody>
                    <a:bodyPr/>
                    <a:lstStyle/>
                    <a:p>
                      <a:pPr algn="ct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20:05:30</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OK</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15ms</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0</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6.0%</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4.2%</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dirty="0"/>
                        <a:t>通信品質異常</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023628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20:05:29</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タイムアウト</a:t>
                      </a:r>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2</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7.0%</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4.5%</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dirty="0"/>
                        <a:t>通信品質異常</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2881382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20:05:28</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18885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20:05:27</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843852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20:05:26</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419473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20:05:25</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23923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20:05:24</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983855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20:05:23</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4664966"/>
                  </a:ext>
                </a:extLst>
              </a:tr>
            </a:tbl>
          </a:graphicData>
        </a:graphic>
      </p:graphicFrame>
      <p:sp>
        <p:nvSpPr>
          <p:cNvPr id="64" name="正方形/長方形 63">
            <a:extLst>
              <a:ext uri="{FF2B5EF4-FFF2-40B4-BE49-F238E27FC236}">
                <a16:creationId xmlns:a16="http://schemas.microsoft.com/office/drawing/2014/main" id="{0550919F-2CF0-EFB8-E458-BE913F3A9707}"/>
              </a:ext>
            </a:extLst>
          </p:cNvPr>
          <p:cNvSpPr/>
          <p:nvPr/>
        </p:nvSpPr>
        <p:spPr>
          <a:xfrm>
            <a:off x="8576885" y="1652858"/>
            <a:ext cx="950902" cy="277000"/>
          </a:xfrm>
          <a:prstGeom prst="rect">
            <a:avLst/>
          </a:prstGeom>
          <a:solidFill>
            <a:srgbClr val="04E6EC"/>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直近</a:t>
            </a:r>
            <a:r>
              <a:rPr kumimoji="1" lang="en-US" altLang="ja-JP" sz="1200" dirty="0">
                <a:solidFill>
                  <a:schemeClr val="bg1"/>
                </a:solidFill>
              </a:rPr>
              <a:t>30</a:t>
            </a:r>
            <a:r>
              <a:rPr kumimoji="1" lang="ja-JP" altLang="en-US" sz="1200" dirty="0">
                <a:solidFill>
                  <a:schemeClr val="bg1"/>
                </a:solidFill>
              </a:rPr>
              <a:t>分</a:t>
            </a:r>
          </a:p>
        </p:txBody>
      </p:sp>
      <p:sp>
        <p:nvSpPr>
          <p:cNvPr id="65" name="正方形/長方形 64">
            <a:extLst>
              <a:ext uri="{FF2B5EF4-FFF2-40B4-BE49-F238E27FC236}">
                <a16:creationId xmlns:a16="http://schemas.microsoft.com/office/drawing/2014/main" id="{5A7D79C3-7975-DD3C-C0B4-19A79521EBDE}"/>
              </a:ext>
            </a:extLst>
          </p:cNvPr>
          <p:cNvSpPr/>
          <p:nvPr/>
        </p:nvSpPr>
        <p:spPr>
          <a:xfrm>
            <a:off x="9528197" y="165285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直近</a:t>
            </a:r>
            <a:r>
              <a:rPr kumimoji="1" lang="en-US" altLang="ja-JP" sz="1200" dirty="0"/>
              <a:t>1</a:t>
            </a:r>
            <a:r>
              <a:rPr kumimoji="1" lang="ja-JP" altLang="en-US" sz="1200" dirty="0"/>
              <a:t>時間</a:t>
            </a:r>
          </a:p>
        </p:txBody>
      </p:sp>
      <p:sp>
        <p:nvSpPr>
          <p:cNvPr id="66" name="正方形/長方形 65">
            <a:extLst>
              <a:ext uri="{FF2B5EF4-FFF2-40B4-BE49-F238E27FC236}">
                <a16:creationId xmlns:a16="http://schemas.microsoft.com/office/drawing/2014/main" id="{8544D257-768D-F123-4C5D-E4473F52F14C}"/>
              </a:ext>
            </a:extLst>
          </p:cNvPr>
          <p:cNvSpPr/>
          <p:nvPr/>
        </p:nvSpPr>
        <p:spPr>
          <a:xfrm>
            <a:off x="10479099" y="165285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日時指定</a:t>
            </a:r>
          </a:p>
        </p:txBody>
      </p:sp>
      <p:sp>
        <p:nvSpPr>
          <p:cNvPr id="67" name="テキスト ボックス 66">
            <a:extLst>
              <a:ext uri="{FF2B5EF4-FFF2-40B4-BE49-F238E27FC236}">
                <a16:creationId xmlns:a16="http://schemas.microsoft.com/office/drawing/2014/main" id="{12B12C86-8424-4BEC-0C22-07A123E3D7E9}"/>
              </a:ext>
            </a:extLst>
          </p:cNvPr>
          <p:cNvSpPr txBox="1"/>
          <p:nvPr/>
        </p:nvSpPr>
        <p:spPr>
          <a:xfrm>
            <a:off x="580268" y="1936827"/>
            <a:ext cx="3938899" cy="276999"/>
          </a:xfrm>
          <a:prstGeom prst="rect">
            <a:avLst/>
          </a:prstGeom>
          <a:noFill/>
        </p:spPr>
        <p:txBody>
          <a:bodyPr wrap="none" rtlCol="0">
            <a:spAutoFit/>
          </a:bodyPr>
          <a:lstStyle/>
          <a:p>
            <a:r>
              <a:rPr kumimoji="1" lang="ja-JP" altLang="en-US" sz="1200" dirty="0"/>
              <a:t>対象期間：</a:t>
            </a:r>
            <a:r>
              <a:rPr kumimoji="1" lang="en-US" altLang="ja-JP" sz="1200" dirty="0"/>
              <a:t>2026/09/02 19:35:30 - 2026/09/02 20:05:30</a:t>
            </a:r>
            <a:endParaRPr kumimoji="1" lang="ja-JP" altLang="en-US" sz="1200" dirty="0"/>
          </a:p>
        </p:txBody>
      </p:sp>
      <p:sp>
        <p:nvSpPr>
          <p:cNvPr id="68" name="正方形/長方形 67">
            <a:extLst>
              <a:ext uri="{FF2B5EF4-FFF2-40B4-BE49-F238E27FC236}">
                <a16:creationId xmlns:a16="http://schemas.microsoft.com/office/drawing/2014/main" id="{064FA68F-6EC9-EC11-3622-D6E6C577DC1E}"/>
              </a:ext>
            </a:extLst>
          </p:cNvPr>
          <p:cNvSpPr/>
          <p:nvPr/>
        </p:nvSpPr>
        <p:spPr>
          <a:xfrm>
            <a:off x="8576885" y="199972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宛先到達不能</a:t>
            </a:r>
          </a:p>
        </p:txBody>
      </p:sp>
      <p:sp>
        <p:nvSpPr>
          <p:cNvPr id="69" name="正方形/長方形 68">
            <a:extLst>
              <a:ext uri="{FF2B5EF4-FFF2-40B4-BE49-F238E27FC236}">
                <a16:creationId xmlns:a16="http://schemas.microsoft.com/office/drawing/2014/main" id="{893FB86F-0EE8-3B20-DF53-7B61362D6CF5}"/>
              </a:ext>
            </a:extLst>
          </p:cNvPr>
          <p:cNvSpPr/>
          <p:nvPr/>
        </p:nvSpPr>
        <p:spPr>
          <a:xfrm>
            <a:off x="9528197" y="199972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t>一般エラー</a:t>
            </a:r>
          </a:p>
        </p:txBody>
      </p:sp>
      <p:sp>
        <p:nvSpPr>
          <p:cNvPr id="70" name="正方形/長方形 69">
            <a:extLst>
              <a:ext uri="{FF2B5EF4-FFF2-40B4-BE49-F238E27FC236}">
                <a16:creationId xmlns:a16="http://schemas.microsoft.com/office/drawing/2014/main" id="{1A60D7BD-4956-606D-5322-54E08642ADA0}"/>
              </a:ext>
            </a:extLst>
          </p:cNvPr>
          <p:cNvSpPr/>
          <p:nvPr/>
        </p:nvSpPr>
        <p:spPr>
          <a:xfrm>
            <a:off x="10479099" y="199972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t>その他エラー</a:t>
            </a:r>
          </a:p>
        </p:txBody>
      </p:sp>
      <p:sp>
        <p:nvSpPr>
          <p:cNvPr id="71" name="正方形/長方形 70">
            <a:extLst>
              <a:ext uri="{FF2B5EF4-FFF2-40B4-BE49-F238E27FC236}">
                <a16:creationId xmlns:a16="http://schemas.microsoft.com/office/drawing/2014/main" id="{DB972818-2964-86C9-6BB6-47F0AC5A3F12}"/>
              </a:ext>
            </a:extLst>
          </p:cNvPr>
          <p:cNvSpPr/>
          <p:nvPr/>
        </p:nvSpPr>
        <p:spPr>
          <a:xfrm>
            <a:off x="6675934" y="1999728"/>
            <a:ext cx="950902" cy="277000"/>
          </a:xfrm>
          <a:prstGeom prst="rect">
            <a:avLst/>
          </a:prstGeom>
          <a:solidFill>
            <a:srgbClr val="04E6EC"/>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rPr>
              <a:t>全て</a:t>
            </a:r>
          </a:p>
        </p:txBody>
      </p:sp>
      <p:sp>
        <p:nvSpPr>
          <p:cNvPr id="72" name="正方形/長方形 71">
            <a:extLst>
              <a:ext uri="{FF2B5EF4-FFF2-40B4-BE49-F238E27FC236}">
                <a16:creationId xmlns:a16="http://schemas.microsoft.com/office/drawing/2014/main" id="{5889B1DA-70D5-2BD0-EF41-EE939E4BE44E}"/>
              </a:ext>
            </a:extLst>
          </p:cNvPr>
          <p:cNvSpPr/>
          <p:nvPr/>
        </p:nvSpPr>
        <p:spPr>
          <a:xfrm>
            <a:off x="7627246" y="199972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t>タイムアウト</a:t>
            </a:r>
          </a:p>
        </p:txBody>
      </p:sp>
    </p:spTree>
    <p:extLst>
      <p:ext uri="{BB962C8B-B14F-4D97-AF65-F5344CB8AC3E}">
        <p14:creationId xmlns:p14="http://schemas.microsoft.com/office/powerpoint/2010/main" val="21294384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B72F2-0D97-8D7F-608D-B3D2471042FC}"/>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9C4935B5-80A6-0D87-F520-F1BF8AD564C9}"/>
              </a:ext>
            </a:extLst>
          </p:cNvPr>
          <p:cNvPicPr>
            <a:picLocks noChangeAspect="1"/>
          </p:cNvPicPr>
          <p:nvPr/>
        </p:nvPicPr>
        <p:blipFill>
          <a:blip r:embed="rId2"/>
          <a:stretch>
            <a:fillRect/>
          </a:stretch>
        </p:blipFill>
        <p:spPr>
          <a:xfrm>
            <a:off x="0" y="283098"/>
            <a:ext cx="12192000" cy="6291803"/>
          </a:xfrm>
          <a:prstGeom prst="rect">
            <a:avLst/>
          </a:prstGeom>
        </p:spPr>
      </p:pic>
      <p:sp>
        <p:nvSpPr>
          <p:cNvPr id="6" name="正方形/長方形 5">
            <a:extLst>
              <a:ext uri="{FF2B5EF4-FFF2-40B4-BE49-F238E27FC236}">
                <a16:creationId xmlns:a16="http://schemas.microsoft.com/office/drawing/2014/main" id="{A16544FE-CEEE-46F9-4AEB-C00EB680D744}"/>
              </a:ext>
            </a:extLst>
          </p:cNvPr>
          <p:cNvSpPr/>
          <p:nvPr/>
        </p:nvSpPr>
        <p:spPr>
          <a:xfrm>
            <a:off x="11059886" y="283098"/>
            <a:ext cx="1132114" cy="60480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EB746A1D-109E-8051-790E-A9592763F453}"/>
              </a:ext>
            </a:extLst>
          </p:cNvPr>
          <p:cNvSpPr/>
          <p:nvPr/>
        </p:nvSpPr>
        <p:spPr>
          <a:xfrm>
            <a:off x="11164389" y="283098"/>
            <a:ext cx="923108" cy="378753"/>
          </a:xfrm>
          <a:prstGeom prst="rect">
            <a:avLst/>
          </a:prstGeom>
          <a:solidFill>
            <a:srgbClr val="FFE76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時報停止</a:t>
            </a:r>
          </a:p>
        </p:txBody>
      </p:sp>
      <p:sp>
        <p:nvSpPr>
          <p:cNvPr id="8" name="テキスト ボックス 7">
            <a:extLst>
              <a:ext uri="{FF2B5EF4-FFF2-40B4-BE49-F238E27FC236}">
                <a16:creationId xmlns:a16="http://schemas.microsoft.com/office/drawing/2014/main" id="{1B24196E-1844-9A9C-6AF1-A6C6E54891DF}"/>
              </a:ext>
            </a:extLst>
          </p:cNvPr>
          <p:cNvSpPr txBox="1"/>
          <p:nvPr/>
        </p:nvSpPr>
        <p:spPr>
          <a:xfrm>
            <a:off x="11059886" y="676014"/>
            <a:ext cx="1172116" cy="200055"/>
          </a:xfrm>
          <a:prstGeom prst="rect">
            <a:avLst/>
          </a:prstGeom>
          <a:noFill/>
        </p:spPr>
        <p:txBody>
          <a:bodyPr wrap="none" rtlCol="0">
            <a:spAutoFit/>
          </a:bodyPr>
          <a:lstStyle/>
          <a:p>
            <a:r>
              <a:rPr kumimoji="1" lang="ja-JP" altLang="en-US" sz="700" dirty="0"/>
              <a:t>時報は通常通り鳴ります</a:t>
            </a:r>
          </a:p>
        </p:txBody>
      </p:sp>
      <p:sp>
        <p:nvSpPr>
          <p:cNvPr id="9" name="正方形/長方形 8">
            <a:extLst>
              <a:ext uri="{FF2B5EF4-FFF2-40B4-BE49-F238E27FC236}">
                <a16:creationId xmlns:a16="http://schemas.microsoft.com/office/drawing/2014/main" id="{590E68A5-FEE2-964D-0194-E37135B1CB99}"/>
              </a:ext>
            </a:extLst>
          </p:cNvPr>
          <p:cNvSpPr/>
          <p:nvPr/>
        </p:nvSpPr>
        <p:spPr>
          <a:xfrm>
            <a:off x="11164389" y="885099"/>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solidFill>
              </a:rPr>
              <a:t>ネットワーク状態表示</a:t>
            </a:r>
          </a:p>
        </p:txBody>
      </p:sp>
      <p:sp>
        <p:nvSpPr>
          <p:cNvPr id="10" name="正方形/長方形 9">
            <a:extLst>
              <a:ext uri="{FF2B5EF4-FFF2-40B4-BE49-F238E27FC236}">
                <a16:creationId xmlns:a16="http://schemas.microsoft.com/office/drawing/2014/main" id="{ED4B2CD7-B165-48FB-B7ED-13E5AFB038E7}"/>
              </a:ext>
            </a:extLst>
          </p:cNvPr>
          <p:cNvSpPr/>
          <p:nvPr/>
        </p:nvSpPr>
        <p:spPr>
          <a:xfrm>
            <a:off x="11164389" y="6196148"/>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再起動</a:t>
            </a:r>
          </a:p>
        </p:txBody>
      </p:sp>
      <p:sp>
        <p:nvSpPr>
          <p:cNvPr id="11" name="正方形/長方形 10">
            <a:extLst>
              <a:ext uri="{FF2B5EF4-FFF2-40B4-BE49-F238E27FC236}">
                <a16:creationId xmlns:a16="http://schemas.microsoft.com/office/drawing/2014/main" id="{4C7ECD7B-7162-C327-7E2C-C165D87136A9}"/>
              </a:ext>
            </a:extLst>
          </p:cNvPr>
          <p:cNvSpPr/>
          <p:nvPr/>
        </p:nvSpPr>
        <p:spPr>
          <a:xfrm>
            <a:off x="11164389" y="5761144"/>
            <a:ext cx="923108" cy="378753"/>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画面消灯</a:t>
            </a:r>
          </a:p>
        </p:txBody>
      </p:sp>
      <p:sp>
        <p:nvSpPr>
          <p:cNvPr id="2" name="正方形/長方形 1">
            <a:extLst>
              <a:ext uri="{FF2B5EF4-FFF2-40B4-BE49-F238E27FC236}">
                <a16:creationId xmlns:a16="http://schemas.microsoft.com/office/drawing/2014/main" id="{CE9C37AD-C910-10DB-62BB-844ACEBF608B}"/>
              </a:ext>
            </a:extLst>
          </p:cNvPr>
          <p:cNvSpPr/>
          <p:nvPr/>
        </p:nvSpPr>
        <p:spPr>
          <a:xfrm>
            <a:off x="0" y="283098"/>
            <a:ext cx="12192000" cy="6291803"/>
          </a:xfrm>
          <a:prstGeom prst="rect">
            <a:avLst/>
          </a:prstGeom>
          <a:solidFill>
            <a:srgbClr val="002060">
              <a:alpha val="40000"/>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
        <p:nvSpPr>
          <p:cNvPr id="4" name="正方形/長方形 3">
            <a:extLst>
              <a:ext uri="{FF2B5EF4-FFF2-40B4-BE49-F238E27FC236}">
                <a16:creationId xmlns:a16="http://schemas.microsoft.com/office/drawing/2014/main" id="{B2E8069E-47EF-A011-D5FD-6AEAC6529F70}"/>
              </a:ext>
            </a:extLst>
          </p:cNvPr>
          <p:cNvSpPr/>
          <p:nvPr/>
        </p:nvSpPr>
        <p:spPr>
          <a:xfrm>
            <a:off x="485192" y="601647"/>
            <a:ext cx="11221617" cy="5654707"/>
          </a:xfrm>
          <a:prstGeom prst="rect">
            <a:avLst/>
          </a:prstGeom>
          <a:solidFill>
            <a:srgbClr val="002060"/>
          </a:solidFill>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
        <p:nvSpPr>
          <p:cNvPr id="12" name="テキスト ボックス 11">
            <a:extLst>
              <a:ext uri="{FF2B5EF4-FFF2-40B4-BE49-F238E27FC236}">
                <a16:creationId xmlns:a16="http://schemas.microsoft.com/office/drawing/2014/main" id="{73DED252-BFFC-DBD0-B4BD-1E2D52F0DF65}"/>
              </a:ext>
            </a:extLst>
          </p:cNvPr>
          <p:cNvSpPr txBox="1"/>
          <p:nvPr/>
        </p:nvSpPr>
        <p:spPr>
          <a:xfrm>
            <a:off x="4836681" y="661851"/>
            <a:ext cx="2518638" cy="307777"/>
          </a:xfrm>
          <a:prstGeom prst="rect">
            <a:avLst/>
          </a:prstGeom>
          <a:noFill/>
        </p:spPr>
        <p:txBody>
          <a:bodyPr wrap="none" rtlCol="0">
            <a:spAutoFit/>
          </a:bodyPr>
          <a:lstStyle/>
          <a:p>
            <a:r>
              <a:rPr kumimoji="1" lang="ja-JP" altLang="en-US" sz="1400" dirty="0">
                <a:solidFill>
                  <a:srgbClr val="FFFF00"/>
                </a:solidFill>
              </a:rPr>
              <a:t>通信状況表示ダッシュボード</a:t>
            </a:r>
          </a:p>
        </p:txBody>
      </p:sp>
      <p:sp>
        <p:nvSpPr>
          <p:cNvPr id="13" name="テキスト ボックス 12">
            <a:extLst>
              <a:ext uri="{FF2B5EF4-FFF2-40B4-BE49-F238E27FC236}">
                <a16:creationId xmlns:a16="http://schemas.microsoft.com/office/drawing/2014/main" id="{0CAB525B-E05F-0397-7C30-861119C11704}"/>
              </a:ext>
            </a:extLst>
          </p:cNvPr>
          <p:cNvSpPr txBox="1"/>
          <p:nvPr/>
        </p:nvSpPr>
        <p:spPr>
          <a:xfrm>
            <a:off x="501172" y="956075"/>
            <a:ext cx="1261884" cy="307777"/>
          </a:xfrm>
          <a:prstGeom prst="rect">
            <a:avLst/>
          </a:prstGeom>
          <a:noFill/>
        </p:spPr>
        <p:txBody>
          <a:bodyPr wrap="none" rtlCol="0">
            <a:spAutoFit/>
          </a:bodyPr>
          <a:lstStyle/>
          <a:p>
            <a:r>
              <a:rPr kumimoji="1" lang="ja-JP" altLang="en-US" sz="1400" dirty="0">
                <a:solidFill>
                  <a:srgbClr val="04E6EC"/>
                </a:solidFill>
              </a:rPr>
              <a:t>●オンライン</a:t>
            </a:r>
          </a:p>
        </p:txBody>
      </p:sp>
      <p:sp>
        <p:nvSpPr>
          <p:cNvPr id="14" name="テキスト ボックス 13">
            <a:extLst>
              <a:ext uri="{FF2B5EF4-FFF2-40B4-BE49-F238E27FC236}">
                <a16:creationId xmlns:a16="http://schemas.microsoft.com/office/drawing/2014/main" id="{7B480D0F-4DAA-3300-A28E-5A4A07F8351C}"/>
              </a:ext>
            </a:extLst>
          </p:cNvPr>
          <p:cNvSpPr txBox="1"/>
          <p:nvPr/>
        </p:nvSpPr>
        <p:spPr>
          <a:xfrm>
            <a:off x="10056997" y="956075"/>
            <a:ext cx="1649811" cy="307777"/>
          </a:xfrm>
          <a:prstGeom prst="rect">
            <a:avLst/>
          </a:prstGeom>
          <a:noFill/>
        </p:spPr>
        <p:txBody>
          <a:bodyPr wrap="none" rtlCol="0">
            <a:spAutoFit/>
          </a:bodyPr>
          <a:lstStyle/>
          <a:p>
            <a:r>
              <a:rPr kumimoji="1" lang="ja-JP" altLang="en-US" sz="1400" dirty="0"/>
              <a:t>最終更新 </a:t>
            </a:r>
            <a:r>
              <a:rPr kumimoji="1" lang="en-US" altLang="ja-JP" sz="1400" dirty="0"/>
              <a:t>20:05:31</a:t>
            </a:r>
            <a:endParaRPr kumimoji="1" lang="ja-JP" altLang="en-US" sz="1400" dirty="0"/>
          </a:p>
        </p:txBody>
      </p:sp>
      <p:sp>
        <p:nvSpPr>
          <p:cNvPr id="15" name="正方形/長方形 14">
            <a:extLst>
              <a:ext uri="{FF2B5EF4-FFF2-40B4-BE49-F238E27FC236}">
                <a16:creationId xmlns:a16="http://schemas.microsoft.com/office/drawing/2014/main" id="{E9DE1CDF-FF7F-F7FE-A82A-4BDDC2AE426F}"/>
              </a:ext>
            </a:extLst>
          </p:cNvPr>
          <p:cNvSpPr/>
          <p:nvPr/>
        </p:nvSpPr>
        <p:spPr>
          <a:xfrm>
            <a:off x="580268" y="1618280"/>
            <a:ext cx="11031464" cy="414286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269A0A01-7637-DFDD-1B59-093E5DD00D48}"/>
              </a:ext>
            </a:extLst>
          </p:cNvPr>
          <p:cNvSpPr/>
          <p:nvPr/>
        </p:nvSpPr>
        <p:spPr>
          <a:xfrm>
            <a:off x="565841" y="5816497"/>
            <a:ext cx="1132546" cy="384502"/>
          </a:xfrm>
          <a:prstGeom prst="rect">
            <a:avLst/>
          </a:prstGeom>
          <a:solidFill>
            <a:srgbClr val="002060"/>
          </a:solidFill>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dirty="0">
                <a:solidFill>
                  <a:schemeClr val="tx1"/>
                </a:solidFill>
              </a:rPr>
              <a:t>戻る</a:t>
            </a:r>
          </a:p>
        </p:txBody>
      </p:sp>
      <p:sp>
        <p:nvSpPr>
          <p:cNvPr id="58" name="正方形/長方形 57">
            <a:extLst>
              <a:ext uri="{FF2B5EF4-FFF2-40B4-BE49-F238E27FC236}">
                <a16:creationId xmlns:a16="http://schemas.microsoft.com/office/drawing/2014/main" id="{8CEBCA6F-D498-FB13-DED6-0FB8353857C0}"/>
              </a:ext>
            </a:extLst>
          </p:cNvPr>
          <p:cNvSpPr/>
          <p:nvPr/>
        </p:nvSpPr>
        <p:spPr>
          <a:xfrm>
            <a:off x="10479186" y="5816497"/>
            <a:ext cx="1132546" cy="384502"/>
          </a:xfrm>
          <a:prstGeom prst="rect">
            <a:avLst/>
          </a:prstGeom>
          <a:solidFill>
            <a:srgbClr val="FF66CC"/>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dirty="0">
                <a:solidFill>
                  <a:schemeClr val="tx1"/>
                </a:solidFill>
              </a:rPr>
              <a:t>閉じる</a:t>
            </a:r>
          </a:p>
        </p:txBody>
      </p:sp>
      <p:sp>
        <p:nvSpPr>
          <p:cNvPr id="59" name="正方形/長方形 58">
            <a:extLst>
              <a:ext uri="{FF2B5EF4-FFF2-40B4-BE49-F238E27FC236}">
                <a16:creationId xmlns:a16="http://schemas.microsoft.com/office/drawing/2014/main" id="{6364EB34-2E0C-7927-B583-7BCB127B7051}"/>
              </a:ext>
            </a:extLst>
          </p:cNvPr>
          <p:cNvSpPr/>
          <p:nvPr/>
        </p:nvSpPr>
        <p:spPr>
          <a:xfrm>
            <a:off x="580268" y="1235682"/>
            <a:ext cx="5515732" cy="382598"/>
          </a:xfrm>
          <a:prstGeom prst="rect">
            <a:avLst/>
          </a:prstGeom>
          <a:solidFill>
            <a:srgbClr val="FFE76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インターネット</a:t>
            </a:r>
          </a:p>
        </p:txBody>
      </p:sp>
      <p:sp>
        <p:nvSpPr>
          <p:cNvPr id="60" name="正方形/長方形 59">
            <a:extLst>
              <a:ext uri="{FF2B5EF4-FFF2-40B4-BE49-F238E27FC236}">
                <a16:creationId xmlns:a16="http://schemas.microsoft.com/office/drawing/2014/main" id="{0AB30990-0BB1-433F-D662-F0474C9DF0FD}"/>
              </a:ext>
            </a:extLst>
          </p:cNvPr>
          <p:cNvSpPr/>
          <p:nvPr/>
        </p:nvSpPr>
        <p:spPr>
          <a:xfrm>
            <a:off x="6096000" y="1235682"/>
            <a:ext cx="5515732" cy="382598"/>
          </a:xfrm>
          <a:prstGeom prst="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ゲートウェイ</a:t>
            </a:r>
          </a:p>
        </p:txBody>
      </p:sp>
      <p:sp>
        <p:nvSpPr>
          <p:cNvPr id="61" name="テキスト ボックス 60">
            <a:extLst>
              <a:ext uri="{FF2B5EF4-FFF2-40B4-BE49-F238E27FC236}">
                <a16:creationId xmlns:a16="http://schemas.microsoft.com/office/drawing/2014/main" id="{812A5648-E395-EA1C-D6A3-41E2AE60E42A}"/>
              </a:ext>
            </a:extLst>
          </p:cNvPr>
          <p:cNvSpPr txBox="1"/>
          <p:nvPr/>
        </p:nvSpPr>
        <p:spPr>
          <a:xfrm>
            <a:off x="580268" y="1639054"/>
            <a:ext cx="950901" cy="276999"/>
          </a:xfrm>
          <a:prstGeom prst="rect">
            <a:avLst/>
          </a:prstGeom>
          <a:noFill/>
        </p:spPr>
        <p:txBody>
          <a:bodyPr wrap="none" rtlCol="0">
            <a:spAutoFit/>
          </a:bodyPr>
          <a:lstStyle/>
          <a:p>
            <a:r>
              <a:rPr kumimoji="1" lang="en-US" altLang="ja-JP" sz="1200" dirty="0"/>
              <a:t>IP</a:t>
            </a:r>
            <a:r>
              <a:rPr kumimoji="1" lang="ja-JP" altLang="en-US" sz="1200" dirty="0"/>
              <a:t>：</a:t>
            </a:r>
            <a:r>
              <a:rPr kumimoji="1" lang="en-US" altLang="ja-JP" sz="1200" dirty="0"/>
              <a:t>8.8.8.8</a:t>
            </a:r>
            <a:endParaRPr kumimoji="1" lang="ja-JP" altLang="en-US" sz="1200" dirty="0"/>
          </a:p>
        </p:txBody>
      </p:sp>
      <p:graphicFrame>
        <p:nvGraphicFramePr>
          <p:cNvPr id="62" name="表 61">
            <a:extLst>
              <a:ext uri="{FF2B5EF4-FFF2-40B4-BE49-F238E27FC236}">
                <a16:creationId xmlns:a16="http://schemas.microsoft.com/office/drawing/2014/main" id="{EEB08605-FC81-A08C-45D5-6E20821A4603}"/>
              </a:ext>
            </a:extLst>
          </p:cNvPr>
          <p:cNvGraphicFramePr>
            <a:graphicFrameLocks noGrp="1"/>
          </p:cNvGraphicFramePr>
          <p:nvPr/>
        </p:nvGraphicFramePr>
        <p:xfrm>
          <a:off x="635000" y="2346598"/>
          <a:ext cx="10795001" cy="3337560"/>
        </p:xfrm>
        <a:graphic>
          <a:graphicData uri="http://schemas.openxmlformats.org/drawingml/2006/table">
            <a:tbl>
              <a:tblPr firstRow="1" bandRow="1">
                <a:tableStyleId>{2D5ABB26-0587-4C30-8999-92F81FD0307C}</a:tableStyleId>
              </a:tblPr>
              <a:tblGrid>
                <a:gridCol w="1081833">
                  <a:extLst>
                    <a:ext uri="{9D8B030D-6E8A-4147-A177-3AD203B41FA5}">
                      <a16:colId xmlns:a16="http://schemas.microsoft.com/office/drawing/2014/main" val="3627693162"/>
                    </a:ext>
                  </a:extLst>
                </a:gridCol>
                <a:gridCol w="1063689">
                  <a:extLst>
                    <a:ext uri="{9D8B030D-6E8A-4147-A177-3AD203B41FA5}">
                      <a16:colId xmlns:a16="http://schemas.microsoft.com/office/drawing/2014/main" val="2361171087"/>
                    </a:ext>
                  </a:extLst>
                </a:gridCol>
                <a:gridCol w="1315617">
                  <a:extLst>
                    <a:ext uri="{9D8B030D-6E8A-4147-A177-3AD203B41FA5}">
                      <a16:colId xmlns:a16="http://schemas.microsoft.com/office/drawing/2014/main" val="3506184442"/>
                    </a:ext>
                  </a:extLst>
                </a:gridCol>
                <a:gridCol w="1156996">
                  <a:extLst>
                    <a:ext uri="{9D8B030D-6E8A-4147-A177-3AD203B41FA5}">
                      <a16:colId xmlns:a16="http://schemas.microsoft.com/office/drawing/2014/main" val="937269158"/>
                    </a:ext>
                  </a:extLst>
                </a:gridCol>
                <a:gridCol w="923730">
                  <a:extLst>
                    <a:ext uri="{9D8B030D-6E8A-4147-A177-3AD203B41FA5}">
                      <a16:colId xmlns:a16="http://schemas.microsoft.com/office/drawing/2014/main" val="187931438"/>
                    </a:ext>
                  </a:extLst>
                </a:gridCol>
                <a:gridCol w="1623527">
                  <a:extLst>
                    <a:ext uri="{9D8B030D-6E8A-4147-A177-3AD203B41FA5}">
                      <a16:colId xmlns:a16="http://schemas.microsoft.com/office/drawing/2014/main" val="3630869640"/>
                    </a:ext>
                  </a:extLst>
                </a:gridCol>
                <a:gridCol w="1561774">
                  <a:extLst>
                    <a:ext uri="{9D8B030D-6E8A-4147-A177-3AD203B41FA5}">
                      <a16:colId xmlns:a16="http://schemas.microsoft.com/office/drawing/2014/main" val="4057185790"/>
                    </a:ext>
                  </a:extLst>
                </a:gridCol>
                <a:gridCol w="1246738">
                  <a:extLst>
                    <a:ext uri="{9D8B030D-6E8A-4147-A177-3AD203B41FA5}">
                      <a16:colId xmlns:a16="http://schemas.microsoft.com/office/drawing/2014/main" val="2970321427"/>
                    </a:ext>
                  </a:extLst>
                </a:gridCol>
                <a:gridCol w="821097">
                  <a:extLst>
                    <a:ext uri="{9D8B030D-6E8A-4147-A177-3AD203B41FA5}">
                      <a16:colId xmlns:a16="http://schemas.microsoft.com/office/drawing/2014/main" val="3691198108"/>
                    </a:ext>
                  </a:extLst>
                </a:gridCol>
              </a:tblGrid>
              <a:tr h="370840">
                <a:tc>
                  <a:txBody>
                    <a:bodyPr/>
                    <a:lstStyle/>
                    <a:p>
                      <a:pPr algn="ctr"/>
                      <a:r>
                        <a:rPr kumimoji="1" lang="ja-JP" altLang="en-US" sz="1200" dirty="0"/>
                        <a:t>日付</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時刻</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結果</a:t>
                      </a:r>
                    </a:p>
                  </a:txBody>
                  <a:tcPr anchor="ctr">
                    <a:lnL>
                      <a:noFill/>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応答時間</a:t>
                      </a:r>
                    </a:p>
                  </a:txBody>
                  <a:tcPr anchor="ctr">
                    <a:lnL>
                      <a:noFill/>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連続失敗</a:t>
                      </a:r>
                    </a:p>
                  </a:txBody>
                  <a:tcPr anchor="ctr">
                    <a:lnL>
                      <a:noFill/>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直近</a:t>
                      </a:r>
                      <a:r>
                        <a:rPr kumimoji="1" lang="en-US" altLang="ja-JP" sz="1200" dirty="0"/>
                        <a:t>100</a:t>
                      </a:r>
                      <a:r>
                        <a:rPr kumimoji="1" lang="ja-JP" altLang="en-US" sz="1200" dirty="0"/>
                        <a:t>回のロス率</a:t>
                      </a:r>
                    </a:p>
                  </a:txBody>
                  <a:tcPr anchor="ctr">
                    <a:lnL>
                      <a:noFill/>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直近</a:t>
                      </a:r>
                      <a:r>
                        <a:rPr kumimoji="1" lang="en-US" altLang="ja-JP" sz="1200" dirty="0"/>
                        <a:t>600</a:t>
                      </a:r>
                      <a:r>
                        <a:rPr kumimoji="1" lang="ja-JP" altLang="en-US" sz="1200" dirty="0"/>
                        <a:t>回のロス率</a:t>
                      </a:r>
                    </a:p>
                  </a:txBody>
                  <a:tcPr anchor="ctr">
                    <a:lnL>
                      <a:noFill/>
                    </a:lnL>
                    <a:lnR>
                      <a:noFill/>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判定</a:t>
                      </a: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656795526"/>
                  </a:ext>
                </a:extLst>
              </a:tr>
              <a:tr h="370840">
                <a:tc>
                  <a:txBody>
                    <a:bodyPr/>
                    <a:lstStyle/>
                    <a:p>
                      <a:pPr algn="ct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20:05:30</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OK</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15ms</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0</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6.0%</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4.2%</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dirty="0"/>
                        <a:t>通信品質異常</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023628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20:05:29</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タイムアウト</a:t>
                      </a:r>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2</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7.0%</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kumimoji="1" lang="en-US" altLang="ja-JP" sz="1200" dirty="0"/>
                        <a:t>4.5%</a:t>
                      </a: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dirty="0"/>
                        <a:t>通信品質異常</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2881382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20:05:28</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18885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20:05:27</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843852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20:05:26</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419473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20:05:25</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23923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20:05:24</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983855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2026-09-02</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200" dirty="0"/>
                        <a:t>20:05:23</a:t>
                      </a:r>
                      <a:endParaRPr kumimoji="1" lang="ja-JP" altLang="en-US" sz="1200" dirty="0"/>
                    </a:p>
                  </a:txBody>
                  <a:tcPr anchor="ctr">
                    <a:lnL w="12700" cap="flat" cmpd="sng" algn="ctr">
                      <a:noFill/>
                      <a:prstDash val="solid"/>
                      <a:round/>
                      <a:headEnd type="none" w="med" len="med"/>
                      <a:tailEnd type="none" w="med" len="med"/>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kumimoji="1" lang="ja-JP" altLang="en-US" sz="1200" dirty="0"/>
                    </a:p>
                  </a:txBody>
                  <a:tcPr anchor="ctr">
                    <a:lnL>
                      <a:noFill/>
                    </a:lnL>
                    <a:lnR>
                      <a:noFill/>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kumimoji="1" lang="ja-JP" altLang="en-US" sz="1200" dirty="0"/>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200" dirty="0"/>
                        <a:t>詳細</a:t>
                      </a:r>
                    </a:p>
                  </a:txBody>
                  <a:tcPr anchor="ctr">
                    <a:lnL>
                      <a:noFill/>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4664966"/>
                  </a:ext>
                </a:extLst>
              </a:tr>
            </a:tbl>
          </a:graphicData>
        </a:graphic>
      </p:graphicFrame>
      <p:sp>
        <p:nvSpPr>
          <p:cNvPr id="64" name="正方形/長方形 63">
            <a:extLst>
              <a:ext uri="{FF2B5EF4-FFF2-40B4-BE49-F238E27FC236}">
                <a16:creationId xmlns:a16="http://schemas.microsoft.com/office/drawing/2014/main" id="{E1E664E0-2EC9-11BE-A9F8-BF1D21F50A59}"/>
              </a:ext>
            </a:extLst>
          </p:cNvPr>
          <p:cNvSpPr/>
          <p:nvPr/>
        </p:nvSpPr>
        <p:spPr>
          <a:xfrm>
            <a:off x="8576885" y="1652858"/>
            <a:ext cx="950902" cy="277000"/>
          </a:xfrm>
          <a:prstGeom prst="rect">
            <a:avLst/>
          </a:prstGeom>
          <a:solidFill>
            <a:srgbClr val="04E6EC"/>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直近</a:t>
            </a:r>
            <a:r>
              <a:rPr kumimoji="1" lang="en-US" altLang="ja-JP" sz="1200" dirty="0">
                <a:solidFill>
                  <a:schemeClr val="bg1"/>
                </a:solidFill>
              </a:rPr>
              <a:t>30</a:t>
            </a:r>
            <a:r>
              <a:rPr kumimoji="1" lang="ja-JP" altLang="en-US" sz="1200" dirty="0">
                <a:solidFill>
                  <a:schemeClr val="bg1"/>
                </a:solidFill>
              </a:rPr>
              <a:t>分</a:t>
            </a:r>
          </a:p>
        </p:txBody>
      </p:sp>
      <p:sp>
        <p:nvSpPr>
          <p:cNvPr id="65" name="正方形/長方形 64">
            <a:extLst>
              <a:ext uri="{FF2B5EF4-FFF2-40B4-BE49-F238E27FC236}">
                <a16:creationId xmlns:a16="http://schemas.microsoft.com/office/drawing/2014/main" id="{BFE78BDB-8EDD-14DD-ECDA-6D10FC446177}"/>
              </a:ext>
            </a:extLst>
          </p:cNvPr>
          <p:cNvSpPr/>
          <p:nvPr/>
        </p:nvSpPr>
        <p:spPr>
          <a:xfrm>
            <a:off x="9528197" y="165285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直近</a:t>
            </a:r>
            <a:r>
              <a:rPr kumimoji="1" lang="en-US" altLang="ja-JP" sz="1200" dirty="0"/>
              <a:t>1</a:t>
            </a:r>
            <a:r>
              <a:rPr kumimoji="1" lang="ja-JP" altLang="en-US" sz="1200" dirty="0"/>
              <a:t>時間</a:t>
            </a:r>
          </a:p>
        </p:txBody>
      </p:sp>
      <p:sp>
        <p:nvSpPr>
          <p:cNvPr id="66" name="正方形/長方形 65">
            <a:extLst>
              <a:ext uri="{FF2B5EF4-FFF2-40B4-BE49-F238E27FC236}">
                <a16:creationId xmlns:a16="http://schemas.microsoft.com/office/drawing/2014/main" id="{62718179-EEF2-7F84-2372-AEDC67CA50F3}"/>
              </a:ext>
            </a:extLst>
          </p:cNvPr>
          <p:cNvSpPr/>
          <p:nvPr/>
        </p:nvSpPr>
        <p:spPr>
          <a:xfrm>
            <a:off x="10479099" y="165285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日時指定</a:t>
            </a:r>
          </a:p>
        </p:txBody>
      </p:sp>
      <p:sp>
        <p:nvSpPr>
          <p:cNvPr id="67" name="テキスト ボックス 66">
            <a:extLst>
              <a:ext uri="{FF2B5EF4-FFF2-40B4-BE49-F238E27FC236}">
                <a16:creationId xmlns:a16="http://schemas.microsoft.com/office/drawing/2014/main" id="{7F09AAC1-DD15-EC38-A6C7-67163CFEA60D}"/>
              </a:ext>
            </a:extLst>
          </p:cNvPr>
          <p:cNvSpPr txBox="1"/>
          <p:nvPr/>
        </p:nvSpPr>
        <p:spPr>
          <a:xfrm>
            <a:off x="580268" y="1936827"/>
            <a:ext cx="3938899" cy="276999"/>
          </a:xfrm>
          <a:prstGeom prst="rect">
            <a:avLst/>
          </a:prstGeom>
          <a:noFill/>
        </p:spPr>
        <p:txBody>
          <a:bodyPr wrap="none" rtlCol="0">
            <a:spAutoFit/>
          </a:bodyPr>
          <a:lstStyle/>
          <a:p>
            <a:r>
              <a:rPr kumimoji="1" lang="ja-JP" altLang="en-US" sz="1200" dirty="0"/>
              <a:t>対象期間：</a:t>
            </a:r>
            <a:r>
              <a:rPr kumimoji="1" lang="en-US" altLang="ja-JP" sz="1200" dirty="0"/>
              <a:t>2026/09/02 19:35:30 - 2026/09/02 20:05:30</a:t>
            </a:r>
            <a:endParaRPr kumimoji="1" lang="ja-JP" altLang="en-US" sz="1200" dirty="0"/>
          </a:p>
        </p:txBody>
      </p:sp>
      <p:sp>
        <p:nvSpPr>
          <p:cNvPr id="68" name="正方形/長方形 67">
            <a:extLst>
              <a:ext uri="{FF2B5EF4-FFF2-40B4-BE49-F238E27FC236}">
                <a16:creationId xmlns:a16="http://schemas.microsoft.com/office/drawing/2014/main" id="{2CA9C064-B678-0AFF-33CC-5C308E9D8F2C}"/>
              </a:ext>
            </a:extLst>
          </p:cNvPr>
          <p:cNvSpPr/>
          <p:nvPr/>
        </p:nvSpPr>
        <p:spPr>
          <a:xfrm>
            <a:off x="8576885" y="199972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宛先到達不能</a:t>
            </a:r>
          </a:p>
        </p:txBody>
      </p:sp>
      <p:sp>
        <p:nvSpPr>
          <p:cNvPr id="69" name="正方形/長方形 68">
            <a:extLst>
              <a:ext uri="{FF2B5EF4-FFF2-40B4-BE49-F238E27FC236}">
                <a16:creationId xmlns:a16="http://schemas.microsoft.com/office/drawing/2014/main" id="{0179226C-8BC5-8E28-FC8E-CD86CD5C69D6}"/>
              </a:ext>
            </a:extLst>
          </p:cNvPr>
          <p:cNvSpPr/>
          <p:nvPr/>
        </p:nvSpPr>
        <p:spPr>
          <a:xfrm>
            <a:off x="9528197" y="199972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t>一般エラー</a:t>
            </a:r>
          </a:p>
        </p:txBody>
      </p:sp>
      <p:sp>
        <p:nvSpPr>
          <p:cNvPr id="70" name="正方形/長方形 69">
            <a:extLst>
              <a:ext uri="{FF2B5EF4-FFF2-40B4-BE49-F238E27FC236}">
                <a16:creationId xmlns:a16="http://schemas.microsoft.com/office/drawing/2014/main" id="{1D51FE1C-680A-E576-A407-0B52CECB1317}"/>
              </a:ext>
            </a:extLst>
          </p:cNvPr>
          <p:cNvSpPr/>
          <p:nvPr/>
        </p:nvSpPr>
        <p:spPr>
          <a:xfrm>
            <a:off x="10479099" y="199972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t>その他エラー</a:t>
            </a:r>
          </a:p>
        </p:txBody>
      </p:sp>
      <p:sp>
        <p:nvSpPr>
          <p:cNvPr id="71" name="正方形/長方形 70">
            <a:extLst>
              <a:ext uri="{FF2B5EF4-FFF2-40B4-BE49-F238E27FC236}">
                <a16:creationId xmlns:a16="http://schemas.microsoft.com/office/drawing/2014/main" id="{D2F08545-90BC-C602-504D-77E443567C56}"/>
              </a:ext>
            </a:extLst>
          </p:cNvPr>
          <p:cNvSpPr/>
          <p:nvPr/>
        </p:nvSpPr>
        <p:spPr>
          <a:xfrm>
            <a:off x="6675934" y="1999728"/>
            <a:ext cx="950902" cy="277000"/>
          </a:xfrm>
          <a:prstGeom prst="rect">
            <a:avLst/>
          </a:prstGeom>
          <a:solidFill>
            <a:srgbClr val="04E6EC"/>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rPr>
              <a:t>全て</a:t>
            </a:r>
          </a:p>
        </p:txBody>
      </p:sp>
      <p:sp>
        <p:nvSpPr>
          <p:cNvPr id="72" name="正方形/長方形 71">
            <a:extLst>
              <a:ext uri="{FF2B5EF4-FFF2-40B4-BE49-F238E27FC236}">
                <a16:creationId xmlns:a16="http://schemas.microsoft.com/office/drawing/2014/main" id="{2859D656-A050-7D62-9991-016BEB190BA8}"/>
              </a:ext>
            </a:extLst>
          </p:cNvPr>
          <p:cNvSpPr/>
          <p:nvPr/>
        </p:nvSpPr>
        <p:spPr>
          <a:xfrm>
            <a:off x="7627246" y="1999728"/>
            <a:ext cx="950902" cy="277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t>タイムアウト</a:t>
            </a:r>
          </a:p>
        </p:txBody>
      </p:sp>
      <p:sp>
        <p:nvSpPr>
          <p:cNvPr id="16" name="正方形/長方形 15">
            <a:extLst>
              <a:ext uri="{FF2B5EF4-FFF2-40B4-BE49-F238E27FC236}">
                <a16:creationId xmlns:a16="http://schemas.microsoft.com/office/drawing/2014/main" id="{3ECE2011-E241-7245-F7EB-FBAC81C3B546}"/>
              </a:ext>
            </a:extLst>
          </p:cNvPr>
          <p:cNvSpPr/>
          <p:nvPr/>
        </p:nvSpPr>
        <p:spPr>
          <a:xfrm>
            <a:off x="0" y="274120"/>
            <a:ext cx="12192000" cy="6291803"/>
          </a:xfrm>
          <a:prstGeom prst="rect">
            <a:avLst/>
          </a:prstGeom>
          <a:solidFill>
            <a:srgbClr val="002060">
              <a:alpha val="40000"/>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
        <p:nvSpPr>
          <p:cNvPr id="18" name="正方形/長方形 17">
            <a:extLst>
              <a:ext uri="{FF2B5EF4-FFF2-40B4-BE49-F238E27FC236}">
                <a16:creationId xmlns:a16="http://schemas.microsoft.com/office/drawing/2014/main" id="{98D67B7F-323C-3CFA-F222-FA6507766EBB}"/>
              </a:ext>
            </a:extLst>
          </p:cNvPr>
          <p:cNvSpPr/>
          <p:nvPr/>
        </p:nvSpPr>
        <p:spPr>
          <a:xfrm>
            <a:off x="3338134" y="1791358"/>
            <a:ext cx="5103846" cy="3227015"/>
          </a:xfrm>
          <a:prstGeom prst="rect">
            <a:avLst/>
          </a:prstGeom>
          <a:solidFill>
            <a:srgbClr val="002060"/>
          </a:solidFill>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
        <p:nvSpPr>
          <p:cNvPr id="19" name="テキスト ボックス 18">
            <a:extLst>
              <a:ext uri="{FF2B5EF4-FFF2-40B4-BE49-F238E27FC236}">
                <a16:creationId xmlns:a16="http://schemas.microsoft.com/office/drawing/2014/main" id="{714A76D5-8722-C43A-3037-80742A0F988A}"/>
              </a:ext>
            </a:extLst>
          </p:cNvPr>
          <p:cNvSpPr txBox="1"/>
          <p:nvPr/>
        </p:nvSpPr>
        <p:spPr>
          <a:xfrm>
            <a:off x="3348577" y="2097198"/>
            <a:ext cx="1454244" cy="600164"/>
          </a:xfrm>
          <a:prstGeom prst="rect">
            <a:avLst/>
          </a:prstGeom>
          <a:noFill/>
        </p:spPr>
        <p:txBody>
          <a:bodyPr wrap="none" rtlCol="0">
            <a:spAutoFit/>
          </a:bodyPr>
          <a:lstStyle/>
          <a:p>
            <a:r>
              <a:rPr kumimoji="1" lang="ja-JP" altLang="en-US" sz="1100" dirty="0"/>
              <a:t>日付　</a:t>
            </a:r>
            <a:r>
              <a:rPr kumimoji="1" lang="en-US" altLang="ja-JP" sz="1100" dirty="0"/>
              <a:t>2026-09-02</a:t>
            </a:r>
          </a:p>
          <a:p>
            <a:r>
              <a:rPr kumimoji="1" lang="ja-JP" altLang="en-US" sz="1100" dirty="0"/>
              <a:t>時刻　</a:t>
            </a:r>
            <a:r>
              <a:rPr kumimoji="1" lang="en-US" altLang="ja-JP" sz="1100" dirty="0"/>
              <a:t>20:05:29</a:t>
            </a:r>
          </a:p>
          <a:p>
            <a:r>
              <a:rPr kumimoji="1" lang="ja-JP" altLang="en-US" sz="1100" dirty="0"/>
              <a:t>結果　タイムアウト</a:t>
            </a:r>
          </a:p>
        </p:txBody>
      </p:sp>
      <p:sp>
        <p:nvSpPr>
          <p:cNvPr id="20" name="テキスト ボックス 19">
            <a:extLst>
              <a:ext uri="{FF2B5EF4-FFF2-40B4-BE49-F238E27FC236}">
                <a16:creationId xmlns:a16="http://schemas.microsoft.com/office/drawing/2014/main" id="{3AA2461A-6699-EE7D-8300-C787860B011B}"/>
              </a:ext>
            </a:extLst>
          </p:cNvPr>
          <p:cNvSpPr txBox="1"/>
          <p:nvPr/>
        </p:nvSpPr>
        <p:spPr>
          <a:xfrm>
            <a:off x="3369136" y="1838192"/>
            <a:ext cx="886781" cy="261610"/>
          </a:xfrm>
          <a:prstGeom prst="rect">
            <a:avLst/>
          </a:prstGeom>
          <a:noFill/>
        </p:spPr>
        <p:txBody>
          <a:bodyPr wrap="none" rtlCol="0">
            <a:spAutoFit/>
          </a:bodyPr>
          <a:lstStyle/>
          <a:p>
            <a:r>
              <a:rPr kumimoji="1" lang="en-US" altLang="ja-JP" sz="1100" dirty="0"/>
              <a:t>IP</a:t>
            </a:r>
            <a:r>
              <a:rPr kumimoji="1" lang="ja-JP" altLang="en-US" sz="1100" dirty="0"/>
              <a:t>：</a:t>
            </a:r>
            <a:r>
              <a:rPr kumimoji="1" lang="en-US" altLang="ja-JP" sz="1100" dirty="0"/>
              <a:t>8.8.8.8</a:t>
            </a:r>
            <a:endParaRPr kumimoji="1" lang="ja-JP" altLang="en-US" sz="1100" dirty="0"/>
          </a:p>
        </p:txBody>
      </p:sp>
      <p:sp>
        <p:nvSpPr>
          <p:cNvPr id="21" name="テキスト ボックス 20">
            <a:extLst>
              <a:ext uri="{FF2B5EF4-FFF2-40B4-BE49-F238E27FC236}">
                <a16:creationId xmlns:a16="http://schemas.microsoft.com/office/drawing/2014/main" id="{883B8CD3-C30A-649A-D18F-6DD324A36650}"/>
              </a:ext>
            </a:extLst>
          </p:cNvPr>
          <p:cNvSpPr txBox="1"/>
          <p:nvPr/>
        </p:nvSpPr>
        <p:spPr>
          <a:xfrm>
            <a:off x="3348577" y="2745608"/>
            <a:ext cx="889987" cy="261610"/>
          </a:xfrm>
          <a:prstGeom prst="rect">
            <a:avLst/>
          </a:prstGeom>
          <a:noFill/>
        </p:spPr>
        <p:txBody>
          <a:bodyPr wrap="none" rtlCol="0">
            <a:spAutoFit/>
          </a:bodyPr>
          <a:lstStyle/>
          <a:p>
            <a:r>
              <a:rPr kumimoji="1" lang="ja-JP" altLang="en-US" sz="1100" dirty="0"/>
              <a:t>エラー内容</a:t>
            </a:r>
            <a:endParaRPr kumimoji="1" lang="en-US" altLang="ja-JP" sz="1100" dirty="0"/>
          </a:p>
        </p:txBody>
      </p:sp>
      <p:sp>
        <p:nvSpPr>
          <p:cNvPr id="22" name="正方形/長方形 21">
            <a:extLst>
              <a:ext uri="{FF2B5EF4-FFF2-40B4-BE49-F238E27FC236}">
                <a16:creationId xmlns:a16="http://schemas.microsoft.com/office/drawing/2014/main" id="{B1A35767-C61A-9E2D-27D8-C8CE2425FA81}"/>
              </a:ext>
            </a:extLst>
          </p:cNvPr>
          <p:cNvSpPr/>
          <p:nvPr/>
        </p:nvSpPr>
        <p:spPr>
          <a:xfrm>
            <a:off x="3432578" y="2981417"/>
            <a:ext cx="4927651" cy="19358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t"/>
          <a:lstStyle/>
          <a:p>
            <a:r>
              <a:rPr kumimoji="1" lang="ja-JP" altLang="en-US" sz="1050" dirty="0"/>
              <a:t>要求がタイムアウトしました。</a:t>
            </a:r>
          </a:p>
        </p:txBody>
      </p:sp>
    </p:spTree>
    <p:extLst>
      <p:ext uri="{BB962C8B-B14F-4D97-AF65-F5344CB8AC3E}">
        <p14:creationId xmlns:p14="http://schemas.microsoft.com/office/powerpoint/2010/main" val="4229682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4EA2F9-03DE-75CD-E605-881F7BE58E5F}"/>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758AF30B-B8BB-4394-AC5E-D3009B86AA28}"/>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FEBD8B19-FC10-65D7-856F-E67186DAAC01}"/>
              </a:ext>
            </a:extLst>
          </p:cNvPr>
          <p:cNvPicPr>
            <a:picLocks noChangeAspect="1"/>
          </p:cNvPicPr>
          <p:nvPr/>
        </p:nvPicPr>
        <p:blipFill>
          <a:blip r:embed="rId2"/>
          <a:stretch>
            <a:fillRect/>
          </a:stretch>
        </p:blipFill>
        <p:spPr>
          <a:xfrm>
            <a:off x="0" y="281413"/>
            <a:ext cx="12192000" cy="6295173"/>
          </a:xfrm>
          <a:prstGeom prst="rect">
            <a:avLst/>
          </a:prstGeom>
        </p:spPr>
      </p:pic>
      <p:sp>
        <p:nvSpPr>
          <p:cNvPr id="8" name="正方形/長方形 7">
            <a:extLst>
              <a:ext uri="{FF2B5EF4-FFF2-40B4-BE49-F238E27FC236}">
                <a16:creationId xmlns:a16="http://schemas.microsoft.com/office/drawing/2014/main" id="{A8052C0E-5C49-63FA-672C-29AA1547F163}"/>
              </a:ext>
            </a:extLst>
          </p:cNvPr>
          <p:cNvSpPr/>
          <p:nvPr/>
        </p:nvSpPr>
        <p:spPr>
          <a:xfrm>
            <a:off x="485192" y="601647"/>
            <a:ext cx="11221617" cy="5654707"/>
          </a:xfrm>
          <a:prstGeom prst="rect">
            <a:avLst/>
          </a:prstGeom>
          <a:noFill/>
          <a:ln w="762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Tree>
    <p:extLst>
      <p:ext uri="{BB962C8B-B14F-4D97-AF65-F5344CB8AC3E}">
        <p14:creationId xmlns:p14="http://schemas.microsoft.com/office/powerpoint/2010/main" val="154116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FED30EE4-86B5-183F-1EA0-E789F1A290B4}"/>
              </a:ext>
            </a:extLst>
          </p:cNvPr>
          <p:cNvPicPr>
            <a:picLocks noChangeAspect="1"/>
          </p:cNvPicPr>
          <p:nvPr/>
        </p:nvPicPr>
        <p:blipFill>
          <a:blip r:embed="rId2"/>
          <a:stretch>
            <a:fillRect/>
          </a:stretch>
        </p:blipFill>
        <p:spPr>
          <a:xfrm>
            <a:off x="0" y="316149"/>
            <a:ext cx="12192000" cy="6225702"/>
          </a:xfrm>
          <a:prstGeom prst="rect">
            <a:avLst/>
          </a:prstGeom>
        </p:spPr>
      </p:pic>
      <p:sp>
        <p:nvSpPr>
          <p:cNvPr id="6" name="正方形/長方形 5">
            <a:extLst>
              <a:ext uri="{FF2B5EF4-FFF2-40B4-BE49-F238E27FC236}">
                <a16:creationId xmlns:a16="http://schemas.microsoft.com/office/drawing/2014/main" id="{9EF2287B-9F3C-828D-D646-0E044B705CEC}"/>
              </a:ext>
            </a:extLst>
          </p:cNvPr>
          <p:cNvSpPr/>
          <p:nvPr/>
        </p:nvSpPr>
        <p:spPr>
          <a:xfrm>
            <a:off x="6322423" y="1471749"/>
            <a:ext cx="1349828" cy="618308"/>
          </a:xfrm>
          <a:prstGeom prst="rect">
            <a:avLst/>
          </a:prstGeom>
          <a:solidFill>
            <a:srgbClr val="FF4A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 name="グループ化 10">
            <a:extLst>
              <a:ext uri="{FF2B5EF4-FFF2-40B4-BE49-F238E27FC236}">
                <a16:creationId xmlns:a16="http://schemas.microsoft.com/office/drawing/2014/main" id="{EB72FD2D-08F7-D388-2D01-08B0016FF4AD}"/>
              </a:ext>
            </a:extLst>
          </p:cNvPr>
          <p:cNvGrpSpPr/>
          <p:nvPr/>
        </p:nvGrpSpPr>
        <p:grpSpPr>
          <a:xfrm>
            <a:off x="6277053" y="1428205"/>
            <a:ext cx="1157689" cy="716134"/>
            <a:chOff x="6277053" y="1436914"/>
            <a:chExt cx="1157689" cy="716134"/>
          </a:xfrm>
        </p:grpSpPr>
        <p:sp>
          <p:nvSpPr>
            <p:cNvPr id="7" name="テキスト ボックス 6">
              <a:extLst>
                <a:ext uri="{FF2B5EF4-FFF2-40B4-BE49-F238E27FC236}">
                  <a16:creationId xmlns:a16="http://schemas.microsoft.com/office/drawing/2014/main" id="{A1665060-7ECB-D2C5-A314-F264BE7ECBE3}"/>
                </a:ext>
              </a:extLst>
            </p:cNvPr>
            <p:cNvSpPr txBox="1"/>
            <p:nvPr/>
          </p:nvSpPr>
          <p:spPr>
            <a:xfrm>
              <a:off x="6277053" y="1436914"/>
              <a:ext cx="1157689" cy="246221"/>
            </a:xfrm>
            <a:prstGeom prst="rect">
              <a:avLst/>
            </a:prstGeom>
            <a:noFill/>
          </p:spPr>
          <p:txBody>
            <a:bodyPr wrap="none" rtlCol="0">
              <a:spAutoFit/>
            </a:bodyPr>
            <a:lstStyle/>
            <a:p>
              <a:r>
                <a:rPr kumimoji="1" lang="en-US" altLang="ja-JP" sz="1000" b="1" dirty="0"/>
                <a:t>【</a:t>
              </a:r>
              <a:r>
                <a:rPr kumimoji="1" lang="ja-JP" altLang="en-US" sz="1000" b="1" dirty="0"/>
                <a:t>レベル</a:t>
              </a:r>
              <a:r>
                <a:rPr kumimoji="1" lang="en-US" altLang="ja-JP" sz="1000" b="1" dirty="0"/>
                <a:t>3】</a:t>
              </a:r>
              <a:r>
                <a:rPr kumimoji="1" lang="ja-JP" altLang="en-US" sz="1000" b="1" dirty="0"/>
                <a:t>警報</a:t>
              </a:r>
            </a:p>
          </p:txBody>
        </p:sp>
        <p:sp>
          <p:nvSpPr>
            <p:cNvPr id="8" name="テキスト ボックス 7">
              <a:extLst>
                <a:ext uri="{FF2B5EF4-FFF2-40B4-BE49-F238E27FC236}">
                  <a16:creationId xmlns:a16="http://schemas.microsoft.com/office/drawing/2014/main" id="{14A32E74-8139-DC10-2EB0-9E0563BA8D88}"/>
                </a:ext>
              </a:extLst>
            </p:cNvPr>
            <p:cNvSpPr txBox="1"/>
            <p:nvPr/>
          </p:nvSpPr>
          <p:spPr>
            <a:xfrm>
              <a:off x="6277053" y="1611626"/>
              <a:ext cx="646331" cy="369332"/>
            </a:xfrm>
            <a:prstGeom prst="rect">
              <a:avLst/>
            </a:prstGeom>
            <a:noFill/>
          </p:spPr>
          <p:txBody>
            <a:bodyPr wrap="none" rtlCol="0">
              <a:spAutoFit/>
            </a:bodyPr>
            <a:lstStyle/>
            <a:p>
              <a:r>
                <a:rPr kumimoji="1" lang="ja-JP" altLang="en-US" b="1" dirty="0"/>
                <a:t>大雨</a:t>
              </a:r>
            </a:p>
          </p:txBody>
        </p:sp>
        <p:sp>
          <p:nvSpPr>
            <p:cNvPr id="9" name="テキスト ボックス 8">
              <a:extLst>
                <a:ext uri="{FF2B5EF4-FFF2-40B4-BE49-F238E27FC236}">
                  <a16:creationId xmlns:a16="http://schemas.microsoft.com/office/drawing/2014/main" id="{27445437-7CCA-DF8F-A2FC-E556666E26D1}"/>
                </a:ext>
              </a:extLst>
            </p:cNvPr>
            <p:cNvSpPr txBox="1"/>
            <p:nvPr/>
          </p:nvSpPr>
          <p:spPr>
            <a:xfrm>
              <a:off x="6277053" y="1922216"/>
              <a:ext cx="415498" cy="230832"/>
            </a:xfrm>
            <a:prstGeom prst="rect">
              <a:avLst/>
            </a:prstGeom>
            <a:noFill/>
          </p:spPr>
          <p:txBody>
            <a:bodyPr wrap="none" rtlCol="0">
              <a:spAutoFit/>
            </a:bodyPr>
            <a:lstStyle/>
            <a:p>
              <a:r>
                <a:rPr kumimoji="1" lang="ja-JP" altLang="en-US" sz="900" b="1" dirty="0"/>
                <a:t>発表</a:t>
              </a:r>
            </a:p>
          </p:txBody>
        </p:sp>
      </p:grpSp>
      <p:sp>
        <p:nvSpPr>
          <p:cNvPr id="13" name="正方形/長方形 12">
            <a:extLst>
              <a:ext uri="{FF2B5EF4-FFF2-40B4-BE49-F238E27FC236}">
                <a16:creationId xmlns:a16="http://schemas.microsoft.com/office/drawing/2014/main" id="{392643AB-8753-9B49-AEA3-F49C40F6475C}"/>
              </a:ext>
            </a:extLst>
          </p:cNvPr>
          <p:cNvSpPr/>
          <p:nvPr/>
        </p:nvSpPr>
        <p:spPr>
          <a:xfrm>
            <a:off x="9274639" y="1471749"/>
            <a:ext cx="1767830" cy="618308"/>
          </a:xfrm>
          <a:prstGeom prst="rect">
            <a:avLst/>
          </a:prstGeom>
          <a:solidFill>
            <a:srgbClr val="FFE7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CE379B95-0F8B-A35E-55C8-67BE37CA80A6}"/>
              </a:ext>
            </a:extLst>
          </p:cNvPr>
          <p:cNvGrpSpPr/>
          <p:nvPr/>
        </p:nvGrpSpPr>
        <p:grpSpPr>
          <a:xfrm>
            <a:off x="9211842" y="1428205"/>
            <a:ext cx="1285929" cy="716134"/>
            <a:chOff x="6277053" y="1436914"/>
            <a:chExt cx="1285929" cy="716134"/>
          </a:xfrm>
        </p:grpSpPr>
        <p:sp>
          <p:nvSpPr>
            <p:cNvPr id="16" name="テキスト ボックス 15">
              <a:extLst>
                <a:ext uri="{FF2B5EF4-FFF2-40B4-BE49-F238E27FC236}">
                  <a16:creationId xmlns:a16="http://schemas.microsoft.com/office/drawing/2014/main" id="{7620EEB8-E5A7-41A9-B3B7-D1ADD260EA55}"/>
                </a:ext>
              </a:extLst>
            </p:cNvPr>
            <p:cNvSpPr txBox="1"/>
            <p:nvPr/>
          </p:nvSpPr>
          <p:spPr>
            <a:xfrm>
              <a:off x="6277053" y="1436914"/>
              <a:ext cx="1285929" cy="246221"/>
            </a:xfrm>
            <a:prstGeom prst="rect">
              <a:avLst/>
            </a:prstGeom>
            <a:noFill/>
          </p:spPr>
          <p:txBody>
            <a:bodyPr wrap="none" rtlCol="0">
              <a:spAutoFit/>
            </a:bodyPr>
            <a:lstStyle/>
            <a:p>
              <a:r>
                <a:rPr kumimoji="1" lang="en-US" altLang="ja-JP" sz="1000" b="1" dirty="0">
                  <a:solidFill>
                    <a:schemeClr val="bg1"/>
                  </a:solidFill>
                </a:rPr>
                <a:t>【</a:t>
              </a:r>
              <a:r>
                <a:rPr kumimoji="1" lang="ja-JP" altLang="en-US" sz="1000" b="1" dirty="0">
                  <a:solidFill>
                    <a:schemeClr val="bg1"/>
                  </a:solidFill>
                </a:rPr>
                <a:t>レベル</a:t>
              </a:r>
              <a:r>
                <a:rPr kumimoji="1" lang="en-US" altLang="ja-JP" sz="1000" b="1" dirty="0">
                  <a:solidFill>
                    <a:schemeClr val="bg1"/>
                  </a:solidFill>
                </a:rPr>
                <a:t>2】</a:t>
              </a:r>
              <a:r>
                <a:rPr kumimoji="1" lang="ja-JP" altLang="en-US" sz="1000" b="1" dirty="0">
                  <a:solidFill>
                    <a:schemeClr val="bg1"/>
                  </a:solidFill>
                </a:rPr>
                <a:t>注意報</a:t>
              </a:r>
            </a:p>
          </p:txBody>
        </p:sp>
        <p:sp>
          <p:nvSpPr>
            <p:cNvPr id="17" name="テキスト ボックス 16">
              <a:extLst>
                <a:ext uri="{FF2B5EF4-FFF2-40B4-BE49-F238E27FC236}">
                  <a16:creationId xmlns:a16="http://schemas.microsoft.com/office/drawing/2014/main" id="{C6C9C9A0-5CEE-9E19-6464-082DBD2A0B8A}"/>
                </a:ext>
              </a:extLst>
            </p:cNvPr>
            <p:cNvSpPr txBox="1"/>
            <p:nvPr/>
          </p:nvSpPr>
          <p:spPr>
            <a:xfrm>
              <a:off x="6277053" y="1611626"/>
              <a:ext cx="1107996" cy="369332"/>
            </a:xfrm>
            <a:prstGeom prst="rect">
              <a:avLst/>
            </a:prstGeom>
            <a:noFill/>
          </p:spPr>
          <p:txBody>
            <a:bodyPr wrap="none" rtlCol="0">
              <a:spAutoFit/>
            </a:bodyPr>
            <a:lstStyle/>
            <a:p>
              <a:r>
                <a:rPr kumimoji="1" lang="ja-JP" altLang="en-US" b="1" dirty="0">
                  <a:solidFill>
                    <a:schemeClr val="bg1"/>
                  </a:solidFill>
                </a:rPr>
                <a:t>土砂災害</a:t>
              </a:r>
            </a:p>
          </p:txBody>
        </p:sp>
        <p:sp>
          <p:nvSpPr>
            <p:cNvPr id="18" name="テキスト ボックス 17">
              <a:extLst>
                <a:ext uri="{FF2B5EF4-FFF2-40B4-BE49-F238E27FC236}">
                  <a16:creationId xmlns:a16="http://schemas.microsoft.com/office/drawing/2014/main" id="{EFA71151-A54B-F9D0-8808-9267A0D3635C}"/>
                </a:ext>
              </a:extLst>
            </p:cNvPr>
            <p:cNvSpPr txBox="1"/>
            <p:nvPr/>
          </p:nvSpPr>
          <p:spPr>
            <a:xfrm>
              <a:off x="6277053" y="1922216"/>
              <a:ext cx="415498" cy="230832"/>
            </a:xfrm>
            <a:prstGeom prst="rect">
              <a:avLst/>
            </a:prstGeom>
            <a:noFill/>
          </p:spPr>
          <p:txBody>
            <a:bodyPr wrap="none" rtlCol="0">
              <a:spAutoFit/>
            </a:bodyPr>
            <a:lstStyle/>
            <a:p>
              <a:r>
                <a:rPr kumimoji="1" lang="ja-JP" altLang="en-US" sz="900" b="1" dirty="0">
                  <a:solidFill>
                    <a:schemeClr val="bg1"/>
                  </a:solidFill>
                </a:rPr>
                <a:t>継続</a:t>
              </a:r>
            </a:p>
          </p:txBody>
        </p:sp>
      </p:grpSp>
      <p:sp>
        <p:nvSpPr>
          <p:cNvPr id="27" name="四角形: 角を丸くする 26">
            <a:extLst>
              <a:ext uri="{FF2B5EF4-FFF2-40B4-BE49-F238E27FC236}">
                <a16:creationId xmlns:a16="http://schemas.microsoft.com/office/drawing/2014/main" id="{56251F5D-AF23-8E2A-E4CA-B895BBDDAF93}"/>
              </a:ext>
            </a:extLst>
          </p:cNvPr>
          <p:cNvSpPr/>
          <p:nvPr/>
        </p:nvSpPr>
        <p:spPr>
          <a:xfrm>
            <a:off x="6277053" y="2264769"/>
            <a:ext cx="2831436" cy="762516"/>
          </a:xfrm>
          <a:prstGeom prst="roundRect">
            <a:avLst>
              <a:gd name="adj" fmla="val 2902"/>
            </a:avLst>
          </a:prstGeom>
          <a:solidFill>
            <a:schemeClr val="tx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50000"/>
                </a:schemeClr>
              </a:solidFill>
            </a:endParaRPr>
          </a:p>
        </p:txBody>
      </p:sp>
      <p:grpSp>
        <p:nvGrpSpPr>
          <p:cNvPr id="29" name="グループ化 28">
            <a:extLst>
              <a:ext uri="{FF2B5EF4-FFF2-40B4-BE49-F238E27FC236}">
                <a16:creationId xmlns:a16="http://schemas.microsoft.com/office/drawing/2014/main" id="{48E35107-618B-3B25-4F54-E849E1A1E308}"/>
              </a:ext>
            </a:extLst>
          </p:cNvPr>
          <p:cNvGrpSpPr/>
          <p:nvPr/>
        </p:nvGrpSpPr>
        <p:grpSpPr>
          <a:xfrm>
            <a:off x="6277053" y="2287960"/>
            <a:ext cx="2055371" cy="716134"/>
            <a:chOff x="6277053" y="1436914"/>
            <a:chExt cx="2055371" cy="716134"/>
          </a:xfrm>
        </p:grpSpPr>
        <p:sp>
          <p:nvSpPr>
            <p:cNvPr id="30" name="テキスト ボックス 29">
              <a:extLst>
                <a:ext uri="{FF2B5EF4-FFF2-40B4-BE49-F238E27FC236}">
                  <a16:creationId xmlns:a16="http://schemas.microsoft.com/office/drawing/2014/main" id="{145FBAA9-EC3C-9466-ADEC-72EB0C606EC3}"/>
                </a:ext>
              </a:extLst>
            </p:cNvPr>
            <p:cNvSpPr txBox="1"/>
            <p:nvPr/>
          </p:nvSpPr>
          <p:spPr>
            <a:xfrm>
              <a:off x="6277053" y="1436914"/>
              <a:ext cx="2055371" cy="246221"/>
            </a:xfrm>
            <a:prstGeom prst="rect">
              <a:avLst/>
            </a:prstGeom>
            <a:noFill/>
          </p:spPr>
          <p:txBody>
            <a:bodyPr wrap="none" rtlCol="0">
              <a:spAutoFit/>
            </a:bodyPr>
            <a:lstStyle/>
            <a:p>
              <a:r>
                <a:rPr kumimoji="1" lang="ja-JP" altLang="en-US" sz="1000" b="1" dirty="0">
                  <a:solidFill>
                    <a:schemeClr val="tx1">
                      <a:lumMod val="50000"/>
                    </a:schemeClr>
                  </a:solidFill>
                </a:rPr>
                <a:t>以下の</a:t>
              </a:r>
              <a:r>
                <a:rPr kumimoji="1" lang="en-US" altLang="ja-JP" sz="1000" b="1" dirty="0">
                  <a:solidFill>
                    <a:schemeClr val="tx1">
                      <a:lumMod val="50000"/>
                    </a:schemeClr>
                  </a:solidFill>
                </a:rPr>
                <a:t>【</a:t>
              </a:r>
              <a:r>
                <a:rPr kumimoji="1" lang="ja-JP" altLang="en-US" sz="1000" b="1" dirty="0">
                  <a:solidFill>
                    <a:schemeClr val="tx1">
                      <a:lumMod val="50000"/>
                    </a:schemeClr>
                  </a:solidFill>
                </a:rPr>
                <a:t>レベル</a:t>
              </a:r>
              <a:r>
                <a:rPr kumimoji="1" lang="en-US" altLang="ja-JP" sz="1000" b="1" dirty="0">
                  <a:solidFill>
                    <a:schemeClr val="tx1">
                      <a:lumMod val="50000"/>
                    </a:schemeClr>
                  </a:solidFill>
                </a:rPr>
                <a:t>2】</a:t>
              </a:r>
              <a:r>
                <a:rPr kumimoji="1" lang="ja-JP" altLang="en-US" sz="1000" b="1" dirty="0">
                  <a:solidFill>
                    <a:schemeClr val="tx1">
                      <a:lumMod val="50000"/>
                    </a:schemeClr>
                  </a:solidFill>
                </a:rPr>
                <a:t>注意報は解除</a:t>
              </a:r>
            </a:p>
          </p:txBody>
        </p:sp>
        <p:sp>
          <p:nvSpPr>
            <p:cNvPr id="31" name="テキスト ボックス 30">
              <a:extLst>
                <a:ext uri="{FF2B5EF4-FFF2-40B4-BE49-F238E27FC236}">
                  <a16:creationId xmlns:a16="http://schemas.microsoft.com/office/drawing/2014/main" id="{06BB4C9A-6A30-7D98-A7D5-2C7491A336F1}"/>
                </a:ext>
              </a:extLst>
            </p:cNvPr>
            <p:cNvSpPr txBox="1"/>
            <p:nvPr/>
          </p:nvSpPr>
          <p:spPr>
            <a:xfrm>
              <a:off x="6277053" y="1611626"/>
              <a:ext cx="415498" cy="369332"/>
            </a:xfrm>
            <a:prstGeom prst="rect">
              <a:avLst/>
            </a:prstGeom>
            <a:noFill/>
          </p:spPr>
          <p:txBody>
            <a:bodyPr wrap="none" rtlCol="0">
              <a:spAutoFit/>
            </a:bodyPr>
            <a:lstStyle/>
            <a:p>
              <a:r>
                <a:rPr kumimoji="1" lang="ja-JP" altLang="en-US" b="1" dirty="0">
                  <a:solidFill>
                    <a:schemeClr val="tx1">
                      <a:lumMod val="50000"/>
                    </a:schemeClr>
                  </a:solidFill>
                </a:rPr>
                <a:t>雷</a:t>
              </a:r>
            </a:p>
          </p:txBody>
        </p:sp>
        <p:sp>
          <p:nvSpPr>
            <p:cNvPr id="32" name="テキスト ボックス 31">
              <a:extLst>
                <a:ext uri="{FF2B5EF4-FFF2-40B4-BE49-F238E27FC236}">
                  <a16:creationId xmlns:a16="http://schemas.microsoft.com/office/drawing/2014/main" id="{E10BFF31-852C-7119-D4C4-739895792331}"/>
                </a:ext>
              </a:extLst>
            </p:cNvPr>
            <p:cNvSpPr txBox="1"/>
            <p:nvPr/>
          </p:nvSpPr>
          <p:spPr>
            <a:xfrm>
              <a:off x="6277053" y="1922216"/>
              <a:ext cx="415498" cy="230832"/>
            </a:xfrm>
            <a:prstGeom prst="rect">
              <a:avLst/>
            </a:prstGeom>
            <a:noFill/>
          </p:spPr>
          <p:txBody>
            <a:bodyPr wrap="none" rtlCol="0">
              <a:spAutoFit/>
            </a:bodyPr>
            <a:lstStyle/>
            <a:p>
              <a:r>
                <a:rPr kumimoji="1" lang="ja-JP" altLang="en-US" sz="900" b="1" dirty="0">
                  <a:solidFill>
                    <a:schemeClr val="tx1">
                      <a:lumMod val="50000"/>
                    </a:schemeClr>
                  </a:solidFill>
                </a:rPr>
                <a:t>解除</a:t>
              </a:r>
            </a:p>
          </p:txBody>
        </p:sp>
      </p:grpSp>
    </p:spTree>
    <p:extLst>
      <p:ext uri="{BB962C8B-B14F-4D97-AF65-F5344CB8AC3E}">
        <p14:creationId xmlns:p14="http://schemas.microsoft.com/office/powerpoint/2010/main" val="2013339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9E671-9526-32F1-80B3-11B948160C18}"/>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6AF4ED9E-8BAF-8790-66DA-03980A7EFA51}"/>
              </a:ext>
            </a:extLst>
          </p:cNvPr>
          <p:cNvPicPr>
            <a:picLocks noChangeAspect="1"/>
          </p:cNvPicPr>
          <p:nvPr/>
        </p:nvPicPr>
        <p:blipFill>
          <a:blip r:embed="rId2"/>
          <a:stretch>
            <a:fillRect/>
          </a:stretch>
        </p:blipFill>
        <p:spPr>
          <a:xfrm>
            <a:off x="0" y="316149"/>
            <a:ext cx="12192000" cy="6225702"/>
          </a:xfrm>
          <a:prstGeom prst="rect">
            <a:avLst/>
          </a:prstGeom>
        </p:spPr>
      </p:pic>
      <p:sp>
        <p:nvSpPr>
          <p:cNvPr id="6" name="正方形/長方形 5">
            <a:extLst>
              <a:ext uri="{FF2B5EF4-FFF2-40B4-BE49-F238E27FC236}">
                <a16:creationId xmlns:a16="http://schemas.microsoft.com/office/drawing/2014/main" id="{F9D68C07-57BF-B81E-6993-D31CD51507EE}"/>
              </a:ext>
            </a:extLst>
          </p:cNvPr>
          <p:cNvSpPr/>
          <p:nvPr/>
        </p:nvSpPr>
        <p:spPr>
          <a:xfrm>
            <a:off x="6322423" y="1471749"/>
            <a:ext cx="1349828" cy="618308"/>
          </a:xfrm>
          <a:prstGeom prst="rect">
            <a:avLst/>
          </a:prstGeom>
          <a:solidFill>
            <a:srgbClr val="FF4A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 name="グループ化 10">
            <a:extLst>
              <a:ext uri="{FF2B5EF4-FFF2-40B4-BE49-F238E27FC236}">
                <a16:creationId xmlns:a16="http://schemas.microsoft.com/office/drawing/2014/main" id="{2D40F658-7313-127D-61AA-CF25B735A2A2}"/>
              </a:ext>
            </a:extLst>
          </p:cNvPr>
          <p:cNvGrpSpPr/>
          <p:nvPr/>
        </p:nvGrpSpPr>
        <p:grpSpPr>
          <a:xfrm>
            <a:off x="6277053" y="1428205"/>
            <a:ext cx="1157689" cy="716134"/>
            <a:chOff x="6277053" y="1436914"/>
            <a:chExt cx="1157689" cy="716134"/>
          </a:xfrm>
        </p:grpSpPr>
        <p:sp>
          <p:nvSpPr>
            <p:cNvPr id="7" name="テキスト ボックス 6">
              <a:extLst>
                <a:ext uri="{FF2B5EF4-FFF2-40B4-BE49-F238E27FC236}">
                  <a16:creationId xmlns:a16="http://schemas.microsoft.com/office/drawing/2014/main" id="{F5FAA851-AAE7-81A3-C02D-BEAE9A77A025}"/>
                </a:ext>
              </a:extLst>
            </p:cNvPr>
            <p:cNvSpPr txBox="1"/>
            <p:nvPr/>
          </p:nvSpPr>
          <p:spPr>
            <a:xfrm>
              <a:off x="6277053" y="1436914"/>
              <a:ext cx="1157689" cy="246221"/>
            </a:xfrm>
            <a:prstGeom prst="rect">
              <a:avLst/>
            </a:prstGeom>
            <a:noFill/>
          </p:spPr>
          <p:txBody>
            <a:bodyPr wrap="none" rtlCol="0">
              <a:spAutoFit/>
            </a:bodyPr>
            <a:lstStyle/>
            <a:p>
              <a:r>
                <a:rPr kumimoji="1" lang="en-US" altLang="ja-JP" sz="1000" b="1" dirty="0"/>
                <a:t>【</a:t>
              </a:r>
              <a:r>
                <a:rPr kumimoji="1" lang="ja-JP" altLang="en-US" sz="1000" b="1" dirty="0"/>
                <a:t>レベル</a:t>
              </a:r>
              <a:r>
                <a:rPr kumimoji="1" lang="en-US" altLang="ja-JP" sz="1000" b="1" dirty="0"/>
                <a:t>3】</a:t>
              </a:r>
              <a:r>
                <a:rPr kumimoji="1" lang="ja-JP" altLang="en-US" sz="1000" b="1" dirty="0"/>
                <a:t>警報</a:t>
              </a:r>
            </a:p>
          </p:txBody>
        </p:sp>
        <p:sp>
          <p:nvSpPr>
            <p:cNvPr id="8" name="テキスト ボックス 7">
              <a:extLst>
                <a:ext uri="{FF2B5EF4-FFF2-40B4-BE49-F238E27FC236}">
                  <a16:creationId xmlns:a16="http://schemas.microsoft.com/office/drawing/2014/main" id="{FDACF29E-AF43-B757-16DC-629A4E5C482B}"/>
                </a:ext>
              </a:extLst>
            </p:cNvPr>
            <p:cNvSpPr txBox="1"/>
            <p:nvPr/>
          </p:nvSpPr>
          <p:spPr>
            <a:xfrm>
              <a:off x="6277053" y="1611626"/>
              <a:ext cx="646331" cy="369332"/>
            </a:xfrm>
            <a:prstGeom prst="rect">
              <a:avLst/>
            </a:prstGeom>
            <a:noFill/>
          </p:spPr>
          <p:txBody>
            <a:bodyPr wrap="none" rtlCol="0">
              <a:spAutoFit/>
            </a:bodyPr>
            <a:lstStyle/>
            <a:p>
              <a:r>
                <a:rPr kumimoji="1" lang="ja-JP" altLang="en-US" b="1" dirty="0"/>
                <a:t>大雨</a:t>
              </a:r>
            </a:p>
          </p:txBody>
        </p:sp>
        <p:sp>
          <p:nvSpPr>
            <p:cNvPr id="9" name="テキスト ボックス 8">
              <a:extLst>
                <a:ext uri="{FF2B5EF4-FFF2-40B4-BE49-F238E27FC236}">
                  <a16:creationId xmlns:a16="http://schemas.microsoft.com/office/drawing/2014/main" id="{677EC763-574F-C410-E167-C5C860EB4F1B}"/>
                </a:ext>
              </a:extLst>
            </p:cNvPr>
            <p:cNvSpPr txBox="1"/>
            <p:nvPr/>
          </p:nvSpPr>
          <p:spPr>
            <a:xfrm>
              <a:off x="6277053" y="1922216"/>
              <a:ext cx="415498" cy="230832"/>
            </a:xfrm>
            <a:prstGeom prst="rect">
              <a:avLst/>
            </a:prstGeom>
            <a:noFill/>
          </p:spPr>
          <p:txBody>
            <a:bodyPr wrap="none" rtlCol="0">
              <a:spAutoFit/>
            </a:bodyPr>
            <a:lstStyle/>
            <a:p>
              <a:r>
                <a:rPr kumimoji="1" lang="ja-JP" altLang="en-US" sz="900" b="1" dirty="0"/>
                <a:t>発表</a:t>
              </a:r>
            </a:p>
          </p:txBody>
        </p:sp>
      </p:grpSp>
      <p:sp>
        <p:nvSpPr>
          <p:cNvPr id="13" name="正方形/長方形 12">
            <a:extLst>
              <a:ext uri="{FF2B5EF4-FFF2-40B4-BE49-F238E27FC236}">
                <a16:creationId xmlns:a16="http://schemas.microsoft.com/office/drawing/2014/main" id="{FA8EA740-3D12-C790-9D82-1E42A7DCC06C}"/>
              </a:ext>
            </a:extLst>
          </p:cNvPr>
          <p:cNvSpPr/>
          <p:nvPr/>
        </p:nvSpPr>
        <p:spPr>
          <a:xfrm>
            <a:off x="9274639" y="1471749"/>
            <a:ext cx="1767830" cy="618308"/>
          </a:xfrm>
          <a:prstGeom prst="rect">
            <a:avLst/>
          </a:prstGeom>
          <a:solidFill>
            <a:srgbClr val="FFE7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15BB0418-4B2B-E799-9BFE-9021FE65EB97}"/>
              </a:ext>
            </a:extLst>
          </p:cNvPr>
          <p:cNvGrpSpPr/>
          <p:nvPr/>
        </p:nvGrpSpPr>
        <p:grpSpPr>
          <a:xfrm>
            <a:off x="9211842" y="1428205"/>
            <a:ext cx="1285929" cy="716134"/>
            <a:chOff x="6277053" y="1436914"/>
            <a:chExt cx="1285929" cy="716134"/>
          </a:xfrm>
        </p:grpSpPr>
        <p:sp>
          <p:nvSpPr>
            <p:cNvPr id="16" name="テキスト ボックス 15">
              <a:extLst>
                <a:ext uri="{FF2B5EF4-FFF2-40B4-BE49-F238E27FC236}">
                  <a16:creationId xmlns:a16="http://schemas.microsoft.com/office/drawing/2014/main" id="{FEB5D52D-D9A2-3589-3BD7-A0E042EBE1E5}"/>
                </a:ext>
              </a:extLst>
            </p:cNvPr>
            <p:cNvSpPr txBox="1"/>
            <p:nvPr/>
          </p:nvSpPr>
          <p:spPr>
            <a:xfrm>
              <a:off x="6277053" y="1436914"/>
              <a:ext cx="1285929" cy="246221"/>
            </a:xfrm>
            <a:prstGeom prst="rect">
              <a:avLst/>
            </a:prstGeom>
            <a:noFill/>
          </p:spPr>
          <p:txBody>
            <a:bodyPr wrap="none" rtlCol="0">
              <a:spAutoFit/>
            </a:bodyPr>
            <a:lstStyle/>
            <a:p>
              <a:r>
                <a:rPr kumimoji="1" lang="en-US" altLang="ja-JP" sz="1000" b="1" dirty="0">
                  <a:solidFill>
                    <a:schemeClr val="bg1"/>
                  </a:solidFill>
                </a:rPr>
                <a:t>【</a:t>
              </a:r>
              <a:r>
                <a:rPr kumimoji="1" lang="ja-JP" altLang="en-US" sz="1000" b="1" dirty="0">
                  <a:solidFill>
                    <a:schemeClr val="bg1"/>
                  </a:solidFill>
                </a:rPr>
                <a:t>レベル</a:t>
              </a:r>
              <a:r>
                <a:rPr kumimoji="1" lang="en-US" altLang="ja-JP" sz="1000" b="1" dirty="0">
                  <a:solidFill>
                    <a:schemeClr val="bg1"/>
                  </a:solidFill>
                </a:rPr>
                <a:t>2】</a:t>
              </a:r>
              <a:r>
                <a:rPr kumimoji="1" lang="ja-JP" altLang="en-US" sz="1000" b="1" dirty="0">
                  <a:solidFill>
                    <a:schemeClr val="bg1"/>
                  </a:solidFill>
                </a:rPr>
                <a:t>注意報</a:t>
              </a:r>
            </a:p>
          </p:txBody>
        </p:sp>
        <p:sp>
          <p:nvSpPr>
            <p:cNvPr id="17" name="テキスト ボックス 16">
              <a:extLst>
                <a:ext uri="{FF2B5EF4-FFF2-40B4-BE49-F238E27FC236}">
                  <a16:creationId xmlns:a16="http://schemas.microsoft.com/office/drawing/2014/main" id="{AC6BB7F2-4E0A-905F-7412-088F420DAE0E}"/>
                </a:ext>
              </a:extLst>
            </p:cNvPr>
            <p:cNvSpPr txBox="1"/>
            <p:nvPr/>
          </p:nvSpPr>
          <p:spPr>
            <a:xfrm>
              <a:off x="6277053" y="1611626"/>
              <a:ext cx="1107996" cy="369332"/>
            </a:xfrm>
            <a:prstGeom prst="rect">
              <a:avLst/>
            </a:prstGeom>
            <a:noFill/>
          </p:spPr>
          <p:txBody>
            <a:bodyPr wrap="none" rtlCol="0">
              <a:spAutoFit/>
            </a:bodyPr>
            <a:lstStyle/>
            <a:p>
              <a:r>
                <a:rPr kumimoji="1" lang="ja-JP" altLang="en-US" b="1" dirty="0">
                  <a:solidFill>
                    <a:schemeClr val="bg1"/>
                  </a:solidFill>
                </a:rPr>
                <a:t>土砂災害</a:t>
              </a:r>
            </a:p>
          </p:txBody>
        </p:sp>
        <p:sp>
          <p:nvSpPr>
            <p:cNvPr id="18" name="テキスト ボックス 17">
              <a:extLst>
                <a:ext uri="{FF2B5EF4-FFF2-40B4-BE49-F238E27FC236}">
                  <a16:creationId xmlns:a16="http://schemas.microsoft.com/office/drawing/2014/main" id="{41659BED-74F2-6447-55A0-C39441562F5E}"/>
                </a:ext>
              </a:extLst>
            </p:cNvPr>
            <p:cNvSpPr txBox="1"/>
            <p:nvPr/>
          </p:nvSpPr>
          <p:spPr>
            <a:xfrm>
              <a:off x="6277053" y="1922216"/>
              <a:ext cx="415498" cy="230832"/>
            </a:xfrm>
            <a:prstGeom prst="rect">
              <a:avLst/>
            </a:prstGeom>
            <a:noFill/>
          </p:spPr>
          <p:txBody>
            <a:bodyPr wrap="none" rtlCol="0">
              <a:spAutoFit/>
            </a:bodyPr>
            <a:lstStyle/>
            <a:p>
              <a:r>
                <a:rPr kumimoji="1" lang="ja-JP" altLang="en-US" sz="900" b="1" dirty="0">
                  <a:solidFill>
                    <a:schemeClr val="bg1"/>
                  </a:solidFill>
                </a:rPr>
                <a:t>継続</a:t>
              </a:r>
            </a:p>
          </p:txBody>
        </p:sp>
      </p:grpSp>
      <p:sp>
        <p:nvSpPr>
          <p:cNvPr id="27" name="四角形: 角を丸くする 26">
            <a:extLst>
              <a:ext uri="{FF2B5EF4-FFF2-40B4-BE49-F238E27FC236}">
                <a16:creationId xmlns:a16="http://schemas.microsoft.com/office/drawing/2014/main" id="{A3221386-8A3D-0BFE-C3F1-8D873EB51913}"/>
              </a:ext>
            </a:extLst>
          </p:cNvPr>
          <p:cNvSpPr/>
          <p:nvPr/>
        </p:nvSpPr>
        <p:spPr>
          <a:xfrm>
            <a:off x="6277053" y="2264769"/>
            <a:ext cx="2831436" cy="762516"/>
          </a:xfrm>
          <a:prstGeom prst="roundRect">
            <a:avLst>
              <a:gd name="adj" fmla="val 2902"/>
            </a:avLst>
          </a:prstGeom>
          <a:solidFill>
            <a:schemeClr val="tx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50000"/>
                </a:schemeClr>
              </a:solidFill>
            </a:endParaRPr>
          </a:p>
        </p:txBody>
      </p:sp>
      <p:grpSp>
        <p:nvGrpSpPr>
          <p:cNvPr id="29" name="グループ化 28">
            <a:extLst>
              <a:ext uri="{FF2B5EF4-FFF2-40B4-BE49-F238E27FC236}">
                <a16:creationId xmlns:a16="http://schemas.microsoft.com/office/drawing/2014/main" id="{7164D9EC-80CA-E88A-9B5D-1317FE265824}"/>
              </a:ext>
            </a:extLst>
          </p:cNvPr>
          <p:cNvGrpSpPr/>
          <p:nvPr/>
        </p:nvGrpSpPr>
        <p:grpSpPr>
          <a:xfrm>
            <a:off x="6277053" y="2287960"/>
            <a:ext cx="2055371" cy="716134"/>
            <a:chOff x="6277053" y="1436914"/>
            <a:chExt cx="2055371" cy="716134"/>
          </a:xfrm>
        </p:grpSpPr>
        <p:sp>
          <p:nvSpPr>
            <p:cNvPr id="30" name="テキスト ボックス 29">
              <a:extLst>
                <a:ext uri="{FF2B5EF4-FFF2-40B4-BE49-F238E27FC236}">
                  <a16:creationId xmlns:a16="http://schemas.microsoft.com/office/drawing/2014/main" id="{C0EAEBC6-DF8C-7DD0-6EDC-E13A1C420E5E}"/>
                </a:ext>
              </a:extLst>
            </p:cNvPr>
            <p:cNvSpPr txBox="1"/>
            <p:nvPr/>
          </p:nvSpPr>
          <p:spPr>
            <a:xfrm>
              <a:off x="6277053" y="1436914"/>
              <a:ext cx="2055371" cy="246221"/>
            </a:xfrm>
            <a:prstGeom prst="rect">
              <a:avLst/>
            </a:prstGeom>
            <a:noFill/>
          </p:spPr>
          <p:txBody>
            <a:bodyPr wrap="none" rtlCol="0">
              <a:spAutoFit/>
            </a:bodyPr>
            <a:lstStyle/>
            <a:p>
              <a:r>
                <a:rPr kumimoji="1" lang="ja-JP" altLang="en-US" sz="1000" b="1" dirty="0">
                  <a:solidFill>
                    <a:schemeClr val="tx1">
                      <a:lumMod val="50000"/>
                    </a:schemeClr>
                  </a:solidFill>
                </a:rPr>
                <a:t>以下の</a:t>
              </a:r>
              <a:r>
                <a:rPr kumimoji="1" lang="en-US" altLang="ja-JP" sz="1000" b="1" dirty="0">
                  <a:solidFill>
                    <a:schemeClr val="tx1">
                      <a:lumMod val="50000"/>
                    </a:schemeClr>
                  </a:solidFill>
                </a:rPr>
                <a:t>【</a:t>
              </a:r>
              <a:r>
                <a:rPr kumimoji="1" lang="ja-JP" altLang="en-US" sz="1000" b="1" dirty="0">
                  <a:solidFill>
                    <a:schemeClr val="tx1">
                      <a:lumMod val="50000"/>
                    </a:schemeClr>
                  </a:solidFill>
                </a:rPr>
                <a:t>レベル</a:t>
              </a:r>
              <a:r>
                <a:rPr kumimoji="1" lang="en-US" altLang="ja-JP" sz="1000" b="1" dirty="0">
                  <a:solidFill>
                    <a:schemeClr val="tx1">
                      <a:lumMod val="50000"/>
                    </a:schemeClr>
                  </a:solidFill>
                </a:rPr>
                <a:t>2】</a:t>
              </a:r>
              <a:r>
                <a:rPr kumimoji="1" lang="ja-JP" altLang="en-US" sz="1000" b="1" dirty="0">
                  <a:solidFill>
                    <a:schemeClr val="tx1">
                      <a:lumMod val="50000"/>
                    </a:schemeClr>
                  </a:solidFill>
                </a:rPr>
                <a:t>注意報は解除</a:t>
              </a:r>
            </a:p>
          </p:txBody>
        </p:sp>
        <p:sp>
          <p:nvSpPr>
            <p:cNvPr id="31" name="テキスト ボックス 30">
              <a:extLst>
                <a:ext uri="{FF2B5EF4-FFF2-40B4-BE49-F238E27FC236}">
                  <a16:creationId xmlns:a16="http://schemas.microsoft.com/office/drawing/2014/main" id="{86C6098B-B336-C1F6-847F-057C134221A5}"/>
                </a:ext>
              </a:extLst>
            </p:cNvPr>
            <p:cNvSpPr txBox="1"/>
            <p:nvPr/>
          </p:nvSpPr>
          <p:spPr>
            <a:xfrm>
              <a:off x="6277053" y="1611626"/>
              <a:ext cx="415498" cy="369332"/>
            </a:xfrm>
            <a:prstGeom prst="rect">
              <a:avLst/>
            </a:prstGeom>
            <a:noFill/>
          </p:spPr>
          <p:txBody>
            <a:bodyPr wrap="none" rtlCol="0">
              <a:spAutoFit/>
            </a:bodyPr>
            <a:lstStyle/>
            <a:p>
              <a:r>
                <a:rPr kumimoji="1" lang="ja-JP" altLang="en-US" b="1" dirty="0">
                  <a:solidFill>
                    <a:schemeClr val="tx1">
                      <a:lumMod val="50000"/>
                    </a:schemeClr>
                  </a:solidFill>
                </a:rPr>
                <a:t>雷</a:t>
              </a:r>
            </a:p>
          </p:txBody>
        </p:sp>
        <p:sp>
          <p:nvSpPr>
            <p:cNvPr id="32" name="テキスト ボックス 31">
              <a:extLst>
                <a:ext uri="{FF2B5EF4-FFF2-40B4-BE49-F238E27FC236}">
                  <a16:creationId xmlns:a16="http://schemas.microsoft.com/office/drawing/2014/main" id="{2B86E8A8-D394-9B2A-9B6E-06DF74DE1AFD}"/>
                </a:ext>
              </a:extLst>
            </p:cNvPr>
            <p:cNvSpPr txBox="1"/>
            <p:nvPr/>
          </p:nvSpPr>
          <p:spPr>
            <a:xfrm>
              <a:off x="6277053" y="1922216"/>
              <a:ext cx="415498" cy="230832"/>
            </a:xfrm>
            <a:prstGeom prst="rect">
              <a:avLst/>
            </a:prstGeom>
            <a:noFill/>
          </p:spPr>
          <p:txBody>
            <a:bodyPr wrap="none" rtlCol="0">
              <a:spAutoFit/>
            </a:bodyPr>
            <a:lstStyle/>
            <a:p>
              <a:r>
                <a:rPr kumimoji="1" lang="ja-JP" altLang="en-US" sz="900" b="1" dirty="0">
                  <a:solidFill>
                    <a:schemeClr val="tx1">
                      <a:lumMod val="50000"/>
                    </a:schemeClr>
                  </a:solidFill>
                </a:rPr>
                <a:t>解除</a:t>
              </a:r>
            </a:p>
          </p:txBody>
        </p:sp>
      </p:grpSp>
      <p:sp>
        <p:nvSpPr>
          <p:cNvPr id="2" name="正方形/長方形 1">
            <a:extLst>
              <a:ext uri="{FF2B5EF4-FFF2-40B4-BE49-F238E27FC236}">
                <a16:creationId xmlns:a16="http://schemas.microsoft.com/office/drawing/2014/main" id="{376EEC57-8A9B-7379-F216-4AA8BB056DEC}"/>
              </a:ext>
            </a:extLst>
          </p:cNvPr>
          <p:cNvSpPr/>
          <p:nvPr/>
        </p:nvSpPr>
        <p:spPr>
          <a:xfrm>
            <a:off x="6174377" y="1271451"/>
            <a:ext cx="5921829" cy="196813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C8EF3C4F-672B-3BCD-3BC1-E8A94B5BBD20}"/>
              </a:ext>
            </a:extLst>
          </p:cNvPr>
          <p:cNvSpPr txBox="1"/>
          <p:nvPr/>
        </p:nvSpPr>
        <p:spPr>
          <a:xfrm>
            <a:off x="6217832" y="1260334"/>
            <a:ext cx="2791149" cy="276999"/>
          </a:xfrm>
          <a:prstGeom prst="rect">
            <a:avLst/>
          </a:prstGeom>
          <a:noFill/>
        </p:spPr>
        <p:txBody>
          <a:bodyPr wrap="none" rtlCol="0">
            <a:spAutoFit/>
          </a:bodyPr>
          <a:lstStyle/>
          <a:p>
            <a:r>
              <a:rPr kumimoji="1" lang="ja-JP" altLang="en-US" sz="1200" dirty="0"/>
              <a:t>警報・注意報は発表されていません。</a:t>
            </a:r>
          </a:p>
        </p:txBody>
      </p:sp>
    </p:spTree>
    <p:extLst>
      <p:ext uri="{BB962C8B-B14F-4D97-AF65-F5344CB8AC3E}">
        <p14:creationId xmlns:p14="http://schemas.microsoft.com/office/powerpoint/2010/main" val="556781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1DA26-A436-92DC-5907-69FB22F1DC3E}"/>
            </a:ext>
          </a:extLst>
        </p:cNvPr>
        <p:cNvGrpSpPr/>
        <p:nvPr/>
      </p:nvGrpSpPr>
      <p:grpSpPr>
        <a:xfrm>
          <a:off x="0" y="0"/>
          <a:ext cx="0" cy="0"/>
          <a:chOff x="0" y="0"/>
          <a:chExt cx="0" cy="0"/>
        </a:xfrm>
      </p:grpSpPr>
      <p:pic>
        <p:nvPicPr>
          <p:cNvPr id="14" name="図 13">
            <a:extLst>
              <a:ext uri="{FF2B5EF4-FFF2-40B4-BE49-F238E27FC236}">
                <a16:creationId xmlns:a16="http://schemas.microsoft.com/office/drawing/2014/main" id="{5F23D509-809A-6293-3893-04FC1EFBE705}"/>
              </a:ext>
            </a:extLst>
          </p:cNvPr>
          <p:cNvPicPr>
            <a:picLocks noChangeAspect="1"/>
          </p:cNvPicPr>
          <p:nvPr/>
        </p:nvPicPr>
        <p:blipFill>
          <a:blip r:embed="rId2"/>
          <a:stretch>
            <a:fillRect/>
          </a:stretch>
        </p:blipFill>
        <p:spPr>
          <a:xfrm>
            <a:off x="0" y="277017"/>
            <a:ext cx="12192000" cy="6303966"/>
          </a:xfrm>
          <a:prstGeom prst="rect">
            <a:avLst/>
          </a:prstGeom>
        </p:spPr>
      </p:pic>
      <p:sp>
        <p:nvSpPr>
          <p:cNvPr id="21" name="正方形/長方形 20">
            <a:extLst>
              <a:ext uri="{FF2B5EF4-FFF2-40B4-BE49-F238E27FC236}">
                <a16:creationId xmlns:a16="http://schemas.microsoft.com/office/drawing/2014/main" id="{E8EEB460-DDE1-B695-79C5-D50EFD8FB450}"/>
              </a:ext>
            </a:extLst>
          </p:cNvPr>
          <p:cNvSpPr/>
          <p:nvPr/>
        </p:nvSpPr>
        <p:spPr>
          <a:xfrm>
            <a:off x="5138057" y="949233"/>
            <a:ext cx="809897" cy="62701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1EDC0571-4B5B-DB55-B197-03258B99348E}"/>
              </a:ext>
            </a:extLst>
          </p:cNvPr>
          <p:cNvSpPr txBox="1"/>
          <p:nvPr/>
        </p:nvSpPr>
        <p:spPr>
          <a:xfrm>
            <a:off x="4979295" y="1362834"/>
            <a:ext cx="1107996" cy="230832"/>
          </a:xfrm>
          <a:prstGeom prst="rect">
            <a:avLst/>
          </a:prstGeom>
          <a:noFill/>
        </p:spPr>
        <p:txBody>
          <a:bodyPr wrap="none" rtlCol="0">
            <a:spAutoFit/>
          </a:bodyPr>
          <a:lstStyle/>
          <a:p>
            <a:r>
              <a:rPr kumimoji="1" lang="ja-JP" altLang="en-US" sz="900" b="1" dirty="0">
                <a:solidFill>
                  <a:schemeClr val="accent2"/>
                </a:solidFill>
              </a:rPr>
              <a:t>走ったら間に合う</a:t>
            </a:r>
          </a:p>
        </p:txBody>
      </p:sp>
      <p:pic>
        <p:nvPicPr>
          <p:cNvPr id="23" name="図 22">
            <a:extLst>
              <a:ext uri="{FF2B5EF4-FFF2-40B4-BE49-F238E27FC236}">
                <a16:creationId xmlns:a16="http://schemas.microsoft.com/office/drawing/2014/main" id="{F08C7137-CC01-26A7-FA54-62BB31DAB5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2002" y="1643717"/>
            <a:ext cx="540000" cy="540000"/>
          </a:xfrm>
          <a:prstGeom prst="rect">
            <a:avLst/>
          </a:prstGeom>
        </p:spPr>
      </p:pic>
      <p:pic>
        <p:nvPicPr>
          <p:cNvPr id="25" name="図 24">
            <a:extLst>
              <a:ext uri="{FF2B5EF4-FFF2-40B4-BE49-F238E27FC236}">
                <a16:creationId xmlns:a16="http://schemas.microsoft.com/office/drawing/2014/main" id="{780470A6-513A-8A74-0F86-377E17FA0D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6002" y="964445"/>
            <a:ext cx="432000" cy="432000"/>
          </a:xfrm>
          <a:prstGeom prst="rect">
            <a:avLst/>
          </a:prstGeom>
        </p:spPr>
      </p:pic>
      <p:sp>
        <p:nvSpPr>
          <p:cNvPr id="33" name="正方形/長方形 32">
            <a:extLst>
              <a:ext uri="{FF2B5EF4-FFF2-40B4-BE49-F238E27FC236}">
                <a16:creationId xmlns:a16="http://schemas.microsoft.com/office/drawing/2014/main" id="{5D18F209-A0C0-D14E-8CEF-6497FD5FD96C}"/>
              </a:ext>
            </a:extLst>
          </p:cNvPr>
          <p:cNvSpPr/>
          <p:nvPr/>
        </p:nvSpPr>
        <p:spPr>
          <a:xfrm>
            <a:off x="60960" y="2029097"/>
            <a:ext cx="931817" cy="1546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5" name="正方形/長方形 34">
            <a:extLst>
              <a:ext uri="{FF2B5EF4-FFF2-40B4-BE49-F238E27FC236}">
                <a16:creationId xmlns:a16="http://schemas.microsoft.com/office/drawing/2014/main" id="{664CF4C3-F942-CD40-CD69-B90CEAB71F22}"/>
              </a:ext>
            </a:extLst>
          </p:cNvPr>
          <p:cNvSpPr/>
          <p:nvPr/>
        </p:nvSpPr>
        <p:spPr>
          <a:xfrm>
            <a:off x="60960" y="1759097"/>
            <a:ext cx="931817" cy="270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FFB5C4C0-5C9A-2CF8-3562-46C2E98D3988}"/>
              </a:ext>
            </a:extLst>
          </p:cNvPr>
          <p:cNvSpPr txBox="1"/>
          <p:nvPr/>
        </p:nvSpPr>
        <p:spPr>
          <a:xfrm>
            <a:off x="60960" y="1702432"/>
            <a:ext cx="1008609" cy="461665"/>
          </a:xfrm>
          <a:prstGeom prst="rect">
            <a:avLst/>
          </a:prstGeom>
          <a:noFill/>
        </p:spPr>
        <p:txBody>
          <a:bodyPr wrap="none" rtlCol="0">
            <a:spAutoFit/>
          </a:bodyPr>
          <a:lstStyle/>
          <a:p>
            <a:r>
              <a:rPr kumimoji="1" lang="en-US" altLang="ja-JP" sz="2400" b="1" dirty="0"/>
              <a:t>06:38</a:t>
            </a:r>
            <a:endParaRPr kumimoji="1" lang="ja-JP" altLang="en-US" sz="2400" b="1" dirty="0"/>
          </a:p>
        </p:txBody>
      </p:sp>
      <p:sp>
        <p:nvSpPr>
          <p:cNvPr id="36" name="テキスト ボックス 35">
            <a:extLst>
              <a:ext uri="{FF2B5EF4-FFF2-40B4-BE49-F238E27FC236}">
                <a16:creationId xmlns:a16="http://schemas.microsoft.com/office/drawing/2014/main" id="{A0FF3BFB-DFEF-0808-B184-5AFD67C26A3D}"/>
              </a:ext>
            </a:extLst>
          </p:cNvPr>
          <p:cNvSpPr txBox="1"/>
          <p:nvPr/>
        </p:nvSpPr>
        <p:spPr>
          <a:xfrm>
            <a:off x="60960" y="2022554"/>
            <a:ext cx="646331" cy="230832"/>
          </a:xfrm>
          <a:prstGeom prst="rect">
            <a:avLst/>
          </a:prstGeom>
          <a:noFill/>
        </p:spPr>
        <p:txBody>
          <a:bodyPr wrap="none" rtlCol="0">
            <a:spAutoFit/>
          </a:bodyPr>
          <a:lstStyle/>
          <a:p>
            <a:r>
              <a:rPr kumimoji="1" lang="ja-JP" altLang="en-US" sz="900" b="1" dirty="0">
                <a:solidFill>
                  <a:schemeClr val="accent2"/>
                </a:solidFill>
              </a:rPr>
              <a:t>まもなく</a:t>
            </a:r>
          </a:p>
        </p:txBody>
      </p:sp>
      <p:sp>
        <p:nvSpPr>
          <p:cNvPr id="37" name="テキスト ボックス 36">
            <a:extLst>
              <a:ext uri="{FF2B5EF4-FFF2-40B4-BE49-F238E27FC236}">
                <a16:creationId xmlns:a16="http://schemas.microsoft.com/office/drawing/2014/main" id="{21EC6D3C-71B4-8AAE-F89D-28BC44076DED}"/>
              </a:ext>
            </a:extLst>
          </p:cNvPr>
          <p:cNvSpPr txBox="1"/>
          <p:nvPr/>
        </p:nvSpPr>
        <p:spPr>
          <a:xfrm>
            <a:off x="60960" y="1587016"/>
            <a:ext cx="713657" cy="230832"/>
          </a:xfrm>
          <a:prstGeom prst="rect">
            <a:avLst/>
          </a:prstGeom>
          <a:noFill/>
        </p:spPr>
        <p:txBody>
          <a:bodyPr wrap="none" rtlCol="0">
            <a:spAutoFit/>
          </a:bodyPr>
          <a:lstStyle/>
          <a:p>
            <a:r>
              <a:rPr kumimoji="1" lang="ja-JP" altLang="en-US" sz="900" b="1" dirty="0">
                <a:solidFill>
                  <a:srgbClr val="FF0000"/>
                </a:solidFill>
              </a:rPr>
              <a:t>約</a:t>
            </a:r>
            <a:r>
              <a:rPr kumimoji="1" lang="en-US" altLang="ja-JP" sz="900" b="1" dirty="0">
                <a:solidFill>
                  <a:srgbClr val="FF0000"/>
                </a:solidFill>
              </a:rPr>
              <a:t>7</a:t>
            </a:r>
            <a:r>
              <a:rPr kumimoji="1" lang="ja-JP" altLang="en-US" sz="900" b="1" dirty="0">
                <a:solidFill>
                  <a:srgbClr val="FF0000"/>
                </a:solidFill>
              </a:rPr>
              <a:t>分遅れ</a:t>
            </a:r>
          </a:p>
        </p:txBody>
      </p:sp>
      <p:sp>
        <p:nvSpPr>
          <p:cNvPr id="38" name="正方形/長方形 37">
            <a:extLst>
              <a:ext uri="{FF2B5EF4-FFF2-40B4-BE49-F238E27FC236}">
                <a16:creationId xmlns:a16="http://schemas.microsoft.com/office/drawing/2014/main" id="{9A091449-9EC8-F09F-B679-CA040A3FCA55}"/>
              </a:ext>
            </a:extLst>
          </p:cNvPr>
          <p:cNvSpPr/>
          <p:nvPr/>
        </p:nvSpPr>
        <p:spPr>
          <a:xfrm>
            <a:off x="5138057" y="3322069"/>
            <a:ext cx="809897" cy="62701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pic>
        <p:nvPicPr>
          <p:cNvPr id="28" name="図 27">
            <a:extLst>
              <a:ext uri="{FF2B5EF4-FFF2-40B4-BE49-F238E27FC236}">
                <a16:creationId xmlns:a16="http://schemas.microsoft.com/office/drawing/2014/main" id="{38BE30DB-3D6F-BE6F-743E-9A4AE67D1D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26002" y="961986"/>
            <a:ext cx="432000" cy="432000"/>
          </a:xfrm>
          <a:prstGeom prst="rect">
            <a:avLst/>
          </a:prstGeom>
        </p:spPr>
      </p:pic>
      <p:sp>
        <p:nvSpPr>
          <p:cNvPr id="39" name="テキスト ボックス 38">
            <a:extLst>
              <a:ext uri="{FF2B5EF4-FFF2-40B4-BE49-F238E27FC236}">
                <a16:creationId xmlns:a16="http://schemas.microsoft.com/office/drawing/2014/main" id="{3CA3EDDE-1F0E-1125-AD4F-115F4B94A16C}"/>
              </a:ext>
            </a:extLst>
          </p:cNvPr>
          <p:cNvSpPr txBox="1"/>
          <p:nvPr/>
        </p:nvSpPr>
        <p:spPr>
          <a:xfrm>
            <a:off x="4979295" y="3722917"/>
            <a:ext cx="1107996" cy="230832"/>
          </a:xfrm>
          <a:prstGeom prst="rect">
            <a:avLst/>
          </a:prstGeom>
          <a:noFill/>
        </p:spPr>
        <p:txBody>
          <a:bodyPr wrap="none" rtlCol="0">
            <a:spAutoFit/>
          </a:bodyPr>
          <a:lstStyle/>
          <a:p>
            <a:r>
              <a:rPr kumimoji="1" lang="ja-JP" altLang="en-US" sz="900" b="1" dirty="0">
                <a:solidFill>
                  <a:srgbClr val="00B0F0"/>
                </a:solidFill>
              </a:rPr>
              <a:t>歩いても間に合う</a:t>
            </a:r>
          </a:p>
        </p:txBody>
      </p:sp>
      <p:pic>
        <p:nvPicPr>
          <p:cNvPr id="40" name="図 39">
            <a:extLst>
              <a:ext uri="{FF2B5EF4-FFF2-40B4-BE49-F238E27FC236}">
                <a16:creationId xmlns:a16="http://schemas.microsoft.com/office/drawing/2014/main" id="{D78BAC6A-6876-7272-A818-4061AE8D47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26002" y="3322069"/>
            <a:ext cx="432000" cy="432000"/>
          </a:xfrm>
          <a:prstGeom prst="rect">
            <a:avLst/>
          </a:prstGeom>
        </p:spPr>
      </p:pic>
    </p:spTree>
    <p:extLst>
      <p:ext uri="{BB962C8B-B14F-4D97-AF65-F5344CB8AC3E}">
        <p14:creationId xmlns:p14="http://schemas.microsoft.com/office/powerpoint/2010/main" val="20203799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0A46D-CCB8-2855-1738-80BF172B8111}"/>
            </a:ext>
          </a:extLst>
        </p:cNvPr>
        <p:cNvGrpSpPr/>
        <p:nvPr/>
      </p:nvGrpSpPr>
      <p:grpSpPr>
        <a:xfrm>
          <a:off x="0" y="0"/>
          <a:ext cx="0" cy="0"/>
          <a:chOff x="0" y="0"/>
          <a:chExt cx="0" cy="0"/>
        </a:xfrm>
      </p:grpSpPr>
      <p:pic>
        <p:nvPicPr>
          <p:cNvPr id="14" name="図 13">
            <a:extLst>
              <a:ext uri="{FF2B5EF4-FFF2-40B4-BE49-F238E27FC236}">
                <a16:creationId xmlns:a16="http://schemas.microsoft.com/office/drawing/2014/main" id="{AB638582-7969-47A7-A886-07F6BFFEB801}"/>
              </a:ext>
            </a:extLst>
          </p:cNvPr>
          <p:cNvPicPr>
            <a:picLocks noChangeAspect="1"/>
          </p:cNvPicPr>
          <p:nvPr/>
        </p:nvPicPr>
        <p:blipFill>
          <a:blip r:embed="rId2"/>
          <a:stretch>
            <a:fillRect/>
          </a:stretch>
        </p:blipFill>
        <p:spPr>
          <a:xfrm>
            <a:off x="0" y="277017"/>
            <a:ext cx="12192000" cy="6303966"/>
          </a:xfrm>
          <a:prstGeom prst="rect">
            <a:avLst/>
          </a:prstGeom>
        </p:spPr>
      </p:pic>
    </p:spTree>
    <p:extLst>
      <p:ext uri="{BB962C8B-B14F-4D97-AF65-F5344CB8AC3E}">
        <p14:creationId xmlns:p14="http://schemas.microsoft.com/office/powerpoint/2010/main" val="9122349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D017C-04A5-0A15-DCDF-24E4002748A3}"/>
            </a:ext>
          </a:extLst>
        </p:cNvPr>
        <p:cNvGrpSpPr/>
        <p:nvPr/>
      </p:nvGrpSpPr>
      <p:grpSpPr>
        <a:xfrm>
          <a:off x="0" y="0"/>
          <a:ext cx="0" cy="0"/>
          <a:chOff x="0" y="0"/>
          <a:chExt cx="0" cy="0"/>
        </a:xfrm>
      </p:grpSpPr>
      <p:pic>
        <p:nvPicPr>
          <p:cNvPr id="14" name="図 13">
            <a:extLst>
              <a:ext uri="{FF2B5EF4-FFF2-40B4-BE49-F238E27FC236}">
                <a16:creationId xmlns:a16="http://schemas.microsoft.com/office/drawing/2014/main" id="{5CF0F225-27CF-97A1-BC92-7D7E8A1075BA}"/>
              </a:ext>
            </a:extLst>
          </p:cNvPr>
          <p:cNvPicPr>
            <a:picLocks noChangeAspect="1"/>
          </p:cNvPicPr>
          <p:nvPr/>
        </p:nvPicPr>
        <p:blipFill>
          <a:blip r:embed="rId2"/>
          <a:stretch>
            <a:fillRect/>
          </a:stretch>
        </p:blipFill>
        <p:spPr>
          <a:xfrm>
            <a:off x="0" y="277017"/>
            <a:ext cx="12192000" cy="6303966"/>
          </a:xfrm>
          <a:prstGeom prst="rect">
            <a:avLst/>
          </a:prstGeom>
        </p:spPr>
      </p:pic>
    </p:spTree>
    <p:extLst>
      <p:ext uri="{BB962C8B-B14F-4D97-AF65-F5344CB8AC3E}">
        <p14:creationId xmlns:p14="http://schemas.microsoft.com/office/powerpoint/2010/main" val="29081211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CBE68E08-95D3-766C-F417-371BE5D19E39}"/>
              </a:ext>
            </a:extLst>
          </p:cNvPr>
          <p:cNvPicPr>
            <a:picLocks noChangeAspect="1"/>
          </p:cNvPicPr>
          <p:nvPr/>
        </p:nvPicPr>
        <p:blipFill>
          <a:blip r:embed="rId2"/>
          <a:stretch>
            <a:fillRect/>
          </a:stretch>
        </p:blipFill>
        <p:spPr>
          <a:xfrm>
            <a:off x="0" y="306022"/>
            <a:ext cx="12192000" cy="6245955"/>
          </a:xfrm>
          <a:prstGeom prst="rect">
            <a:avLst/>
          </a:prstGeom>
        </p:spPr>
      </p:pic>
      <p:sp>
        <p:nvSpPr>
          <p:cNvPr id="12" name="正方形/長方形 11">
            <a:extLst>
              <a:ext uri="{FF2B5EF4-FFF2-40B4-BE49-F238E27FC236}">
                <a16:creationId xmlns:a16="http://schemas.microsoft.com/office/drawing/2014/main" id="{9AC25D16-7A6F-855F-576C-217B4FAF8148}"/>
              </a:ext>
            </a:extLst>
          </p:cNvPr>
          <p:cNvSpPr/>
          <p:nvPr/>
        </p:nvSpPr>
        <p:spPr>
          <a:xfrm>
            <a:off x="11338560" y="409303"/>
            <a:ext cx="627017" cy="182880"/>
          </a:xfrm>
          <a:prstGeom prst="rect">
            <a:avLst/>
          </a:prstGeom>
          <a:solidFill>
            <a:srgbClr val="FFE7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FF4AD46-A27C-32CF-4DD3-0890403F00C1}"/>
              </a:ext>
            </a:extLst>
          </p:cNvPr>
          <p:cNvSpPr txBox="1"/>
          <p:nvPr/>
        </p:nvSpPr>
        <p:spPr>
          <a:xfrm>
            <a:off x="11251958" y="362243"/>
            <a:ext cx="800219" cy="276999"/>
          </a:xfrm>
          <a:prstGeom prst="rect">
            <a:avLst/>
          </a:prstGeom>
          <a:noFill/>
        </p:spPr>
        <p:txBody>
          <a:bodyPr wrap="none" rtlCol="0">
            <a:spAutoFit/>
          </a:bodyPr>
          <a:lstStyle/>
          <a:p>
            <a:r>
              <a:rPr kumimoji="1" lang="ja-JP" altLang="en-US" sz="1200" dirty="0">
                <a:solidFill>
                  <a:schemeClr val="bg1"/>
                </a:solidFill>
              </a:rPr>
              <a:t>時報設定</a:t>
            </a:r>
          </a:p>
        </p:txBody>
      </p:sp>
      <p:sp>
        <p:nvSpPr>
          <p:cNvPr id="9" name="正方形/長方形 8">
            <a:extLst>
              <a:ext uri="{FF2B5EF4-FFF2-40B4-BE49-F238E27FC236}">
                <a16:creationId xmlns:a16="http://schemas.microsoft.com/office/drawing/2014/main" id="{4C2622EE-40C9-FC5D-F08F-175166CDE7A2}"/>
              </a:ext>
            </a:extLst>
          </p:cNvPr>
          <p:cNvSpPr/>
          <p:nvPr/>
        </p:nvSpPr>
        <p:spPr>
          <a:xfrm>
            <a:off x="0" y="306022"/>
            <a:ext cx="12191999" cy="6259901"/>
          </a:xfrm>
          <a:prstGeom prst="rect">
            <a:avLst/>
          </a:prstGeom>
          <a:solidFill>
            <a:srgbClr val="002060">
              <a:alpha val="40000"/>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grpSp>
        <p:nvGrpSpPr>
          <p:cNvPr id="45" name="グループ化 44">
            <a:extLst>
              <a:ext uri="{FF2B5EF4-FFF2-40B4-BE49-F238E27FC236}">
                <a16:creationId xmlns:a16="http://schemas.microsoft.com/office/drawing/2014/main" id="{D4387112-1ED8-15FB-1F58-8D53A445C9C9}"/>
              </a:ext>
            </a:extLst>
          </p:cNvPr>
          <p:cNvGrpSpPr/>
          <p:nvPr/>
        </p:nvGrpSpPr>
        <p:grpSpPr>
          <a:xfrm>
            <a:off x="1394747" y="1437351"/>
            <a:ext cx="9402506" cy="3983298"/>
            <a:chOff x="1394747" y="806417"/>
            <a:chExt cx="9402506" cy="3983298"/>
          </a:xfrm>
        </p:grpSpPr>
        <p:sp>
          <p:nvSpPr>
            <p:cNvPr id="11" name="正方形/長方形 10">
              <a:extLst>
                <a:ext uri="{FF2B5EF4-FFF2-40B4-BE49-F238E27FC236}">
                  <a16:creationId xmlns:a16="http://schemas.microsoft.com/office/drawing/2014/main" id="{E6A29A3B-68AC-E009-B5EE-02329D71B43D}"/>
                </a:ext>
              </a:extLst>
            </p:cNvPr>
            <p:cNvSpPr/>
            <p:nvPr/>
          </p:nvSpPr>
          <p:spPr>
            <a:xfrm>
              <a:off x="1394747" y="806417"/>
              <a:ext cx="9402506" cy="3983298"/>
            </a:xfrm>
            <a:prstGeom prst="rect">
              <a:avLst/>
            </a:prstGeom>
            <a:solidFill>
              <a:srgbClr val="002060"/>
            </a:solidFill>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
          <p:nvSpPr>
            <p:cNvPr id="14" name="テキスト ボックス 13">
              <a:extLst>
                <a:ext uri="{FF2B5EF4-FFF2-40B4-BE49-F238E27FC236}">
                  <a16:creationId xmlns:a16="http://schemas.microsoft.com/office/drawing/2014/main" id="{B1538102-246E-3C3F-1DE5-5B400D130B7F}"/>
                </a:ext>
              </a:extLst>
            </p:cNvPr>
            <p:cNvSpPr txBox="1"/>
            <p:nvPr/>
          </p:nvSpPr>
          <p:spPr>
            <a:xfrm>
              <a:off x="5559419" y="870349"/>
              <a:ext cx="1005403" cy="338554"/>
            </a:xfrm>
            <a:prstGeom prst="rect">
              <a:avLst/>
            </a:prstGeom>
            <a:noFill/>
          </p:spPr>
          <p:txBody>
            <a:bodyPr wrap="none" rtlCol="0">
              <a:spAutoFit/>
            </a:bodyPr>
            <a:lstStyle/>
            <a:p>
              <a:r>
                <a:rPr kumimoji="1" lang="ja-JP" altLang="en-US" sz="1600" dirty="0">
                  <a:solidFill>
                    <a:srgbClr val="FFC000"/>
                  </a:solidFill>
                </a:rPr>
                <a:t>時報設定</a:t>
              </a:r>
            </a:p>
          </p:txBody>
        </p:sp>
        <p:sp>
          <p:nvSpPr>
            <p:cNvPr id="16" name="正方形/長方形 15">
              <a:extLst>
                <a:ext uri="{FF2B5EF4-FFF2-40B4-BE49-F238E27FC236}">
                  <a16:creationId xmlns:a16="http://schemas.microsoft.com/office/drawing/2014/main" id="{46CE7103-BF66-DB7E-78CC-4373D10D4FE9}"/>
                </a:ext>
              </a:extLst>
            </p:cNvPr>
            <p:cNvSpPr/>
            <p:nvPr/>
          </p:nvSpPr>
          <p:spPr>
            <a:xfrm>
              <a:off x="1621981" y="3298797"/>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22A6A87-444F-5F59-48D6-D3155321C3A3}"/>
                </a:ext>
              </a:extLst>
            </p:cNvPr>
            <p:cNvSpPr txBox="1"/>
            <p:nvPr/>
          </p:nvSpPr>
          <p:spPr>
            <a:xfrm>
              <a:off x="1694558" y="3261239"/>
              <a:ext cx="800219" cy="276999"/>
            </a:xfrm>
            <a:prstGeom prst="rect">
              <a:avLst/>
            </a:prstGeom>
            <a:noFill/>
          </p:spPr>
          <p:txBody>
            <a:bodyPr wrap="none" rtlCol="0">
              <a:spAutoFit/>
            </a:bodyPr>
            <a:lstStyle/>
            <a:p>
              <a:r>
                <a:rPr kumimoji="1" lang="ja-JP" altLang="en-US" sz="1200" dirty="0">
                  <a:solidFill>
                    <a:srgbClr val="04E6EC"/>
                  </a:solidFill>
                </a:rPr>
                <a:t>時報間隔</a:t>
              </a:r>
            </a:p>
          </p:txBody>
        </p:sp>
        <p:sp>
          <p:nvSpPr>
            <p:cNvPr id="19" name="正方形/長方形 18">
              <a:extLst>
                <a:ext uri="{FF2B5EF4-FFF2-40B4-BE49-F238E27FC236}">
                  <a16:creationId xmlns:a16="http://schemas.microsoft.com/office/drawing/2014/main" id="{50E45183-E983-1DF7-BC58-E448624CE129}"/>
                </a:ext>
              </a:extLst>
            </p:cNvPr>
            <p:cNvSpPr/>
            <p:nvPr/>
          </p:nvSpPr>
          <p:spPr>
            <a:xfrm>
              <a:off x="5497235" y="2018637"/>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19339C58-ED67-5B3F-55C8-F82E7422403F}"/>
                </a:ext>
              </a:extLst>
            </p:cNvPr>
            <p:cNvSpPr txBox="1"/>
            <p:nvPr/>
          </p:nvSpPr>
          <p:spPr>
            <a:xfrm>
              <a:off x="5569812" y="1981079"/>
              <a:ext cx="800219" cy="276999"/>
            </a:xfrm>
            <a:prstGeom prst="rect">
              <a:avLst/>
            </a:prstGeom>
            <a:noFill/>
          </p:spPr>
          <p:txBody>
            <a:bodyPr wrap="none" rtlCol="0">
              <a:spAutoFit/>
            </a:bodyPr>
            <a:lstStyle/>
            <a:p>
              <a:r>
                <a:rPr kumimoji="1" lang="ja-JP" altLang="en-US" sz="1200" dirty="0">
                  <a:solidFill>
                    <a:srgbClr val="04E6EC"/>
                  </a:solidFill>
                </a:rPr>
                <a:t>時報停止</a:t>
              </a:r>
            </a:p>
          </p:txBody>
        </p:sp>
        <p:sp>
          <p:nvSpPr>
            <p:cNvPr id="22" name="正方形/長方形 21">
              <a:extLst>
                <a:ext uri="{FF2B5EF4-FFF2-40B4-BE49-F238E27FC236}">
                  <a16:creationId xmlns:a16="http://schemas.microsoft.com/office/drawing/2014/main" id="{3849597F-C06A-2872-294A-F727A8942F84}"/>
                </a:ext>
              </a:extLst>
            </p:cNvPr>
            <p:cNvSpPr/>
            <p:nvPr/>
          </p:nvSpPr>
          <p:spPr>
            <a:xfrm>
              <a:off x="1790423" y="3649935"/>
              <a:ext cx="1440000" cy="360000"/>
            </a:xfrm>
            <a:prstGeom prst="rect">
              <a:avLst/>
            </a:prstGeom>
            <a:solidFill>
              <a:srgbClr val="04E6EC"/>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rPr>
                <a:t>30</a:t>
              </a:r>
              <a:r>
                <a:rPr kumimoji="1" lang="ja-JP" altLang="en-US" sz="1000" dirty="0">
                  <a:solidFill>
                    <a:schemeClr val="bg1"/>
                  </a:solidFill>
                </a:rPr>
                <a:t>分間隔</a:t>
              </a:r>
            </a:p>
          </p:txBody>
        </p:sp>
        <p:sp>
          <p:nvSpPr>
            <p:cNvPr id="24" name="正方形/長方形 23">
              <a:extLst>
                <a:ext uri="{FF2B5EF4-FFF2-40B4-BE49-F238E27FC236}">
                  <a16:creationId xmlns:a16="http://schemas.microsoft.com/office/drawing/2014/main" id="{39BC0278-61F5-6857-43A2-ACD64B7133A0}"/>
                </a:ext>
              </a:extLst>
            </p:cNvPr>
            <p:cNvSpPr/>
            <p:nvPr/>
          </p:nvSpPr>
          <p:spPr>
            <a:xfrm>
              <a:off x="1790424" y="4060842"/>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10</a:t>
              </a:r>
              <a:r>
                <a:rPr kumimoji="1" lang="ja-JP" altLang="en-US" sz="1000" dirty="0"/>
                <a:t>分間隔</a:t>
              </a:r>
            </a:p>
          </p:txBody>
        </p:sp>
        <p:sp>
          <p:nvSpPr>
            <p:cNvPr id="25" name="正方形/長方形 24">
              <a:extLst>
                <a:ext uri="{FF2B5EF4-FFF2-40B4-BE49-F238E27FC236}">
                  <a16:creationId xmlns:a16="http://schemas.microsoft.com/office/drawing/2014/main" id="{012E2A4B-51B5-DE54-AA23-BF1C9B051383}"/>
                </a:ext>
              </a:extLst>
            </p:cNvPr>
            <p:cNvSpPr/>
            <p:nvPr/>
          </p:nvSpPr>
          <p:spPr>
            <a:xfrm>
              <a:off x="1621981" y="2056195"/>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B72B1F26-B85E-5995-1F54-4C7221706AB8}"/>
                </a:ext>
              </a:extLst>
            </p:cNvPr>
            <p:cNvSpPr txBox="1"/>
            <p:nvPr/>
          </p:nvSpPr>
          <p:spPr>
            <a:xfrm>
              <a:off x="1694558" y="2018637"/>
              <a:ext cx="800219" cy="276999"/>
            </a:xfrm>
            <a:prstGeom prst="rect">
              <a:avLst/>
            </a:prstGeom>
            <a:noFill/>
          </p:spPr>
          <p:txBody>
            <a:bodyPr wrap="none" rtlCol="0">
              <a:spAutoFit/>
            </a:bodyPr>
            <a:lstStyle/>
            <a:p>
              <a:r>
                <a:rPr kumimoji="1" lang="ja-JP" altLang="en-US" sz="1200" dirty="0">
                  <a:solidFill>
                    <a:srgbClr val="04E6EC"/>
                  </a:solidFill>
                </a:rPr>
                <a:t>時報再開</a:t>
              </a:r>
            </a:p>
          </p:txBody>
        </p:sp>
        <p:sp>
          <p:nvSpPr>
            <p:cNvPr id="27" name="正方形/長方形 26">
              <a:extLst>
                <a:ext uri="{FF2B5EF4-FFF2-40B4-BE49-F238E27FC236}">
                  <a16:creationId xmlns:a16="http://schemas.microsoft.com/office/drawing/2014/main" id="{5AE96A07-5FB4-EB75-9E7C-AAD99BE03266}"/>
                </a:ext>
              </a:extLst>
            </p:cNvPr>
            <p:cNvSpPr/>
            <p:nvPr/>
          </p:nvSpPr>
          <p:spPr>
            <a:xfrm>
              <a:off x="1790423" y="2407331"/>
              <a:ext cx="1440000" cy="360000"/>
            </a:xfrm>
            <a:prstGeom prst="rect">
              <a:avLst/>
            </a:prstGeom>
            <a:solidFill>
              <a:schemeClr val="tx2"/>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50000"/>
                    </a:schemeClr>
                  </a:solidFill>
                </a:rPr>
                <a:t>今すぐ時報を再開</a:t>
              </a:r>
            </a:p>
          </p:txBody>
        </p:sp>
        <p:sp>
          <p:nvSpPr>
            <p:cNvPr id="29" name="テキスト ボックス 28">
              <a:extLst>
                <a:ext uri="{FF2B5EF4-FFF2-40B4-BE49-F238E27FC236}">
                  <a16:creationId xmlns:a16="http://schemas.microsoft.com/office/drawing/2014/main" id="{25596EEB-49E9-5AC3-C4BC-678B9D7C5854}"/>
                </a:ext>
              </a:extLst>
            </p:cNvPr>
            <p:cNvSpPr txBox="1"/>
            <p:nvPr/>
          </p:nvSpPr>
          <p:spPr>
            <a:xfrm>
              <a:off x="6669842" y="1988773"/>
              <a:ext cx="2582758" cy="261610"/>
            </a:xfrm>
            <a:prstGeom prst="rect">
              <a:avLst/>
            </a:prstGeom>
            <a:noFill/>
          </p:spPr>
          <p:txBody>
            <a:bodyPr wrap="none" rtlCol="0">
              <a:spAutoFit/>
            </a:bodyPr>
            <a:lstStyle/>
            <a:p>
              <a:r>
                <a:rPr kumimoji="1" lang="ja-JP" altLang="en-US" sz="1100" dirty="0"/>
                <a:t>●時報再開時刻を選択してください。</a:t>
              </a:r>
            </a:p>
          </p:txBody>
        </p:sp>
        <p:sp>
          <p:nvSpPr>
            <p:cNvPr id="30" name="正方形/長方形 29">
              <a:extLst>
                <a:ext uri="{FF2B5EF4-FFF2-40B4-BE49-F238E27FC236}">
                  <a16:creationId xmlns:a16="http://schemas.microsoft.com/office/drawing/2014/main" id="{0201CD5C-EA00-D185-5735-DF20F3C4F499}"/>
                </a:ext>
              </a:extLst>
            </p:cNvPr>
            <p:cNvSpPr/>
            <p:nvPr/>
          </p:nvSpPr>
          <p:spPr>
            <a:xfrm>
              <a:off x="1621981" y="1234761"/>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3999A52F-F003-CA9E-1C0A-09D5A75B203E}"/>
                </a:ext>
              </a:extLst>
            </p:cNvPr>
            <p:cNvSpPr txBox="1"/>
            <p:nvPr/>
          </p:nvSpPr>
          <p:spPr>
            <a:xfrm>
              <a:off x="1694558" y="1197203"/>
              <a:ext cx="1261884" cy="276999"/>
            </a:xfrm>
            <a:prstGeom prst="rect">
              <a:avLst/>
            </a:prstGeom>
            <a:noFill/>
          </p:spPr>
          <p:txBody>
            <a:bodyPr wrap="none" rtlCol="0">
              <a:spAutoFit/>
            </a:bodyPr>
            <a:lstStyle/>
            <a:p>
              <a:r>
                <a:rPr kumimoji="1" lang="ja-JP" altLang="en-US" sz="1200" dirty="0">
                  <a:solidFill>
                    <a:srgbClr val="04E6EC"/>
                  </a:solidFill>
                </a:rPr>
                <a:t>現在の時報状況</a:t>
              </a:r>
            </a:p>
          </p:txBody>
        </p:sp>
        <p:sp>
          <p:nvSpPr>
            <p:cNvPr id="32" name="テキスト ボックス 31">
              <a:extLst>
                <a:ext uri="{FF2B5EF4-FFF2-40B4-BE49-F238E27FC236}">
                  <a16:creationId xmlns:a16="http://schemas.microsoft.com/office/drawing/2014/main" id="{A11ABC8D-AA3F-0B37-CDFC-8815E768D55D}"/>
                </a:ext>
              </a:extLst>
            </p:cNvPr>
            <p:cNvSpPr txBox="1"/>
            <p:nvPr/>
          </p:nvSpPr>
          <p:spPr>
            <a:xfrm>
              <a:off x="1663969" y="1489260"/>
              <a:ext cx="2693366" cy="253916"/>
            </a:xfrm>
            <a:prstGeom prst="rect">
              <a:avLst/>
            </a:prstGeom>
            <a:noFill/>
          </p:spPr>
          <p:txBody>
            <a:bodyPr wrap="none" rtlCol="0">
              <a:spAutoFit/>
            </a:bodyPr>
            <a:lstStyle/>
            <a:p>
              <a:r>
                <a:rPr kumimoji="1" lang="en-US" altLang="ja-JP" sz="1050" dirty="0"/>
                <a:t>30</a:t>
              </a:r>
              <a:r>
                <a:rPr kumimoji="1" lang="ja-JP" altLang="en-US" sz="1050" dirty="0"/>
                <a:t>分間隔で鳴ります。</a:t>
              </a:r>
              <a:r>
                <a:rPr kumimoji="1" lang="en-US" altLang="ja-JP" sz="1050" dirty="0"/>
                <a:t>【</a:t>
              </a:r>
              <a:r>
                <a:rPr kumimoji="1" lang="ja-JP" altLang="en-US" sz="1050" dirty="0"/>
                <a:t>次の時報</a:t>
              </a:r>
              <a:r>
                <a:rPr kumimoji="1" lang="en-US" altLang="ja-JP" sz="1050" dirty="0"/>
                <a:t>】17:00</a:t>
              </a:r>
              <a:endParaRPr kumimoji="1" lang="ja-JP" altLang="en-US" sz="1050" dirty="0"/>
            </a:p>
          </p:txBody>
        </p:sp>
        <p:sp>
          <p:nvSpPr>
            <p:cNvPr id="33" name="正方形/長方形 32">
              <a:extLst>
                <a:ext uri="{FF2B5EF4-FFF2-40B4-BE49-F238E27FC236}">
                  <a16:creationId xmlns:a16="http://schemas.microsoft.com/office/drawing/2014/main" id="{BED4E73F-056D-B1C3-3CD2-32C1428279BB}"/>
                </a:ext>
              </a:extLst>
            </p:cNvPr>
            <p:cNvSpPr/>
            <p:nvPr/>
          </p:nvSpPr>
          <p:spPr>
            <a:xfrm>
              <a:off x="5532298" y="240209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17:30</a:t>
              </a:r>
              <a:endParaRPr kumimoji="1" lang="ja-JP" altLang="en-US" sz="1000" dirty="0"/>
            </a:p>
          </p:txBody>
        </p:sp>
        <p:sp>
          <p:nvSpPr>
            <p:cNvPr id="34" name="正方形/長方形 33">
              <a:extLst>
                <a:ext uri="{FF2B5EF4-FFF2-40B4-BE49-F238E27FC236}">
                  <a16:creationId xmlns:a16="http://schemas.microsoft.com/office/drawing/2014/main" id="{93B98EF3-9DBD-4799-841B-8E885615F50D}"/>
                </a:ext>
              </a:extLst>
            </p:cNvPr>
            <p:cNvSpPr/>
            <p:nvPr/>
          </p:nvSpPr>
          <p:spPr>
            <a:xfrm>
              <a:off x="7118172" y="240209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18:00</a:t>
              </a:r>
              <a:endParaRPr kumimoji="1" lang="ja-JP" altLang="en-US" sz="1000" dirty="0"/>
            </a:p>
          </p:txBody>
        </p:sp>
        <p:sp>
          <p:nvSpPr>
            <p:cNvPr id="35" name="正方形/長方形 34">
              <a:extLst>
                <a:ext uri="{FF2B5EF4-FFF2-40B4-BE49-F238E27FC236}">
                  <a16:creationId xmlns:a16="http://schemas.microsoft.com/office/drawing/2014/main" id="{3CBFEC39-BF75-78B5-390E-F03BB1E3CC0F}"/>
                </a:ext>
              </a:extLst>
            </p:cNvPr>
            <p:cNvSpPr/>
            <p:nvPr/>
          </p:nvSpPr>
          <p:spPr>
            <a:xfrm>
              <a:off x="8704046" y="240209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18:30</a:t>
              </a:r>
              <a:endParaRPr kumimoji="1" lang="ja-JP" altLang="en-US" sz="1000" dirty="0"/>
            </a:p>
          </p:txBody>
        </p:sp>
        <p:sp>
          <p:nvSpPr>
            <p:cNvPr id="36" name="正方形/長方形 35">
              <a:extLst>
                <a:ext uri="{FF2B5EF4-FFF2-40B4-BE49-F238E27FC236}">
                  <a16:creationId xmlns:a16="http://schemas.microsoft.com/office/drawing/2014/main" id="{49954F50-D8FD-60BA-C720-3AEBA048FF87}"/>
                </a:ext>
              </a:extLst>
            </p:cNvPr>
            <p:cNvSpPr/>
            <p:nvPr/>
          </p:nvSpPr>
          <p:spPr>
            <a:xfrm>
              <a:off x="5532298" y="285025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19:00</a:t>
              </a:r>
              <a:endParaRPr kumimoji="1" lang="ja-JP" altLang="en-US" sz="1000" dirty="0"/>
            </a:p>
          </p:txBody>
        </p:sp>
        <p:sp>
          <p:nvSpPr>
            <p:cNvPr id="37" name="正方形/長方形 36">
              <a:extLst>
                <a:ext uri="{FF2B5EF4-FFF2-40B4-BE49-F238E27FC236}">
                  <a16:creationId xmlns:a16="http://schemas.microsoft.com/office/drawing/2014/main" id="{8A6616E2-2750-9964-9426-BD6D9952F85C}"/>
                </a:ext>
              </a:extLst>
            </p:cNvPr>
            <p:cNvSpPr/>
            <p:nvPr/>
          </p:nvSpPr>
          <p:spPr>
            <a:xfrm>
              <a:off x="7118172" y="285025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20:00</a:t>
              </a:r>
              <a:endParaRPr kumimoji="1" lang="ja-JP" altLang="en-US" sz="1000" dirty="0"/>
            </a:p>
          </p:txBody>
        </p:sp>
        <p:sp>
          <p:nvSpPr>
            <p:cNvPr id="38" name="正方形/長方形 37">
              <a:extLst>
                <a:ext uri="{FF2B5EF4-FFF2-40B4-BE49-F238E27FC236}">
                  <a16:creationId xmlns:a16="http://schemas.microsoft.com/office/drawing/2014/main" id="{F382A790-34BE-832A-AF1E-F2C3CAA7358A}"/>
                </a:ext>
              </a:extLst>
            </p:cNvPr>
            <p:cNvSpPr/>
            <p:nvPr/>
          </p:nvSpPr>
          <p:spPr>
            <a:xfrm>
              <a:off x="8704046" y="285025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20:30</a:t>
              </a:r>
              <a:endParaRPr kumimoji="1" lang="ja-JP" altLang="en-US" sz="1000" dirty="0"/>
            </a:p>
          </p:txBody>
        </p:sp>
        <p:sp>
          <p:nvSpPr>
            <p:cNvPr id="39" name="正方形/長方形 38">
              <a:extLst>
                <a:ext uri="{FF2B5EF4-FFF2-40B4-BE49-F238E27FC236}">
                  <a16:creationId xmlns:a16="http://schemas.microsoft.com/office/drawing/2014/main" id="{D04D8F31-E1D1-7E8B-1BC3-DA7EDB86A275}"/>
                </a:ext>
              </a:extLst>
            </p:cNvPr>
            <p:cNvSpPr/>
            <p:nvPr/>
          </p:nvSpPr>
          <p:spPr>
            <a:xfrm>
              <a:off x="5532298" y="3279038"/>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21:00</a:t>
              </a:r>
              <a:endParaRPr kumimoji="1" lang="ja-JP" altLang="en-US" sz="1000" dirty="0"/>
            </a:p>
          </p:txBody>
        </p:sp>
        <p:sp>
          <p:nvSpPr>
            <p:cNvPr id="40" name="正方形/長方形 39">
              <a:extLst>
                <a:ext uri="{FF2B5EF4-FFF2-40B4-BE49-F238E27FC236}">
                  <a16:creationId xmlns:a16="http://schemas.microsoft.com/office/drawing/2014/main" id="{2C720F47-7D59-963F-5E79-A3DC4666A2DD}"/>
                </a:ext>
              </a:extLst>
            </p:cNvPr>
            <p:cNvSpPr/>
            <p:nvPr/>
          </p:nvSpPr>
          <p:spPr>
            <a:xfrm>
              <a:off x="7118172" y="3279038"/>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21:30</a:t>
              </a:r>
              <a:endParaRPr kumimoji="1" lang="ja-JP" altLang="en-US" sz="1000" dirty="0"/>
            </a:p>
          </p:txBody>
        </p:sp>
        <p:sp>
          <p:nvSpPr>
            <p:cNvPr id="41" name="正方形/長方形 40">
              <a:extLst>
                <a:ext uri="{FF2B5EF4-FFF2-40B4-BE49-F238E27FC236}">
                  <a16:creationId xmlns:a16="http://schemas.microsoft.com/office/drawing/2014/main" id="{23E1463F-30F9-026B-5996-2962C898C237}"/>
                </a:ext>
              </a:extLst>
            </p:cNvPr>
            <p:cNvSpPr/>
            <p:nvPr/>
          </p:nvSpPr>
          <p:spPr>
            <a:xfrm>
              <a:off x="8704046" y="3279038"/>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22:00</a:t>
              </a:r>
              <a:endParaRPr kumimoji="1" lang="ja-JP" altLang="en-US" sz="1000" dirty="0"/>
            </a:p>
          </p:txBody>
        </p:sp>
      </p:grpSp>
    </p:spTree>
    <p:extLst>
      <p:ext uri="{BB962C8B-B14F-4D97-AF65-F5344CB8AC3E}">
        <p14:creationId xmlns:p14="http://schemas.microsoft.com/office/powerpoint/2010/main" val="14229025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B8E25-14B2-D783-7000-A3E5A8A94C43}"/>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17332C49-5C1D-58B3-FB3D-0FD21F07579A}"/>
              </a:ext>
            </a:extLst>
          </p:cNvPr>
          <p:cNvPicPr>
            <a:picLocks noChangeAspect="1"/>
          </p:cNvPicPr>
          <p:nvPr/>
        </p:nvPicPr>
        <p:blipFill>
          <a:blip r:embed="rId2"/>
          <a:stretch>
            <a:fillRect/>
          </a:stretch>
        </p:blipFill>
        <p:spPr>
          <a:xfrm>
            <a:off x="0" y="306022"/>
            <a:ext cx="12192000" cy="6245955"/>
          </a:xfrm>
          <a:prstGeom prst="rect">
            <a:avLst/>
          </a:prstGeom>
        </p:spPr>
      </p:pic>
      <p:sp>
        <p:nvSpPr>
          <p:cNvPr id="12" name="正方形/長方形 11">
            <a:extLst>
              <a:ext uri="{FF2B5EF4-FFF2-40B4-BE49-F238E27FC236}">
                <a16:creationId xmlns:a16="http://schemas.microsoft.com/office/drawing/2014/main" id="{E00CE0A6-135D-9899-19E1-EC9D6D094DF1}"/>
              </a:ext>
            </a:extLst>
          </p:cNvPr>
          <p:cNvSpPr/>
          <p:nvPr/>
        </p:nvSpPr>
        <p:spPr>
          <a:xfrm>
            <a:off x="11338560" y="409303"/>
            <a:ext cx="627017" cy="182880"/>
          </a:xfrm>
          <a:prstGeom prst="rect">
            <a:avLst/>
          </a:prstGeom>
          <a:solidFill>
            <a:srgbClr val="FFE7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3DE08D2-F10B-314A-EC6D-4957A901195D}"/>
              </a:ext>
            </a:extLst>
          </p:cNvPr>
          <p:cNvSpPr txBox="1"/>
          <p:nvPr/>
        </p:nvSpPr>
        <p:spPr>
          <a:xfrm>
            <a:off x="11251958" y="362243"/>
            <a:ext cx="800219" cy="276999"/>
          </a:xfrm>
          <a:prstGeom prst="rect">
            <a:avLst/>
          </a:prstGeom>
          <a:noFill/>
        </p:spPr>
        <p:txBody>
          <a:bodyPr wrap="none" rtlCol="0">
            <a:spAutoFit/>
          </a:bodyPr>
          <a:lstStyle/>
          <a:p>
            <a:r>
              <a:rPr kumimoji="1" lang="ja-JP" altLang="en-US" sz="1200" dirty="0">
                <a:solidFill>
                  <a:schemeClr val="bg1"/>
                </a:solidFill>
              </a:rPr>
              <a:t>時報設定</a:t>
            </a:r>
          </a:p>
        </p:txBody>
      </p:sp>
      <p:sp>
        <p:nvSpPr>
          <p:cNvPr id="9" name="正方形/長方形 8">
            <a:extLst>
              <a:ext uri="{FF2B5EF4-FFF2-40B4-BE49-F238E27FC236}">
                <a16:creationId xmlns:a16="http://schemas.microsoft.com/office/drawing/2014/main" id="{54B7DE47-0CD8-71A3-8D77-D7FC0CB3CCF8}"/>
              </a:ext>
            </a:extLst>
          </p:cNvPr>
          <p:cNvSpPr/>
          <p:nvPr/>
        </p:nvSpPr>
        <p:spPr>
          <a:xfrm>
            <a:off x="0" y="306022"/>
            <a:ext cx="12191999" cy="6259901"/>
          </a:xfrm>
          <a:prstGeom prst="rect">
            <a:avLst/>
          </a:prstGeom>
          <a:solidFill>
            <a:srgbClr val="002060">
              <a:alpha val="40000"/>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grpSp>
        <p:nvGrpSpPr>
          <p:cNvPr id="45" name="グループ化 44">
            <a:extLst>
              <a:ext uri="{FF2B5EF4-FFF2-40B4-BE49-F238E27FC236}">
                <a16:creationId xmlns:a16="http://schemas.microsoft.com/office/drawing/2014/main" id="{C2785AF0-F5F9-9A41-0A86-9CB51BBDD356}"/>
              </a:ext>
            </a:extLst>
          </p:cNvPr>
          <p:cNvGrpSpPr/>
          <p:nvPr/>
        </p:nvGrpSpPr>
        <p:grpSpPr>
          <a:xfrm>
            <a:off x="1394747" y="1437351"/>
            <a:ext cx="9402506" cy="3983298"/>
            <a:chOff x="1394747" y="806417"/>
            <a:chExt cx="9402506" cy="3983298"/>
          </a:xfrm>
        </p:grpSpPr>
        <p:sp>
          <p:nvSpPr>
            <p:cNvPr id="11" name="正方形/長方形 10">
              <a:extLst>
                <a:ext uri="{FF2B5EF4-FFF2-40B4-BE49-F238E27FC236}">
                  <a16:creationId xmlns:a16="http://schemas.microsoft.com/office/drawing/2014/main" id="{ED0EEA24-594B-BEBA-B39F-437002E5B017}"/>
                </a:ext>
              </a:extLst>
            </p:cNvPr>
            <p:cNvSpPr/>
            <p:nvPr/>
          </p:nvSpPr>
          <p:spPr>
            <a:xfrm>
              <a:off x="1394747" y="806417"/>
              <a:ext cx="9402506" cy="3983298"/>
            </a:xfrm>
            <a:prstGeom prst="rect">
              <a:avLst/>
            </a:prstGeom>
            <a:solidFill>
              <a:srgbClr val="002060"/>
            </a:solidFill>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
          <p:nvSpPr>
            <p:cNvPr id="14" name="テキスト ボックス 13">
              <a:extLst>
                <a:ext uri="{FF2B5EF4-FFF2-40B4-BE49-F238E27FC236}">
                  <a16:creationId xmlns:a16="http://schemas.microsoft.com/office/drawing/2014/main" id="{74DCB6ED-EDF3-3CA7-C9BC-C6867ABE57CB}"/>
                </a:ext>
              </a:extLst>
            </p:cNvPr>
            <p:cNvSpPr txBox="1"/>
            <p:nvPr/>
          </p:nvSpPr>
          <p:spPr>
            <a:xfrm>
              <a:off x="5559419" y="870349"/>
              <a:ext cx="1005403" cy="338554"/>
            </a:xfrm>
            <a:prstGeom prst="rect">
              <a:avLst/>
            </a:prstGeom>
            <a:noFill/>
          </p:spPr>
          <p:txBody>
            <a:bodyPr wrap="none" rtlCol="0">
              <a:spAutoFit/>
            </a:bodyPr>
            <a:lstStyle/>
            <a:p>
              <a:r>
                <a:rPr kumimoji="1" lang="ja-JP" altLang="en-US" sz="1600" dirty="0">
                  <a:solidFill>
                    <a:srgbClr val="FFC000"/>
                  </a:solidFill>
                </a:rPr>
                <a:t>時報設定</a:t>
              </a:r>
            </a:p>
          </p:txBody>
        </p:sp>
        <p:sp>
          <p:nvSpPr>
            <p:cNvPr id="16" name="正方形/長方形 15">
              <a:extLst>
                <a:ext uri="{FF2B5EF4-FFF2-40B4-BE49-F238E27FC236}">
                  <a16:creationId xmlns:a16="http://schemas.microsoft.com/office/drawing/2014/main" id="{CD4AA1BE-7721-CEF5-C5E8-7A65AAC639E9}"/>
                </a:ext>
              </a:extLst>
            </p:cNvPr>
            <p:cNvSpPr/>
            <p:nvPr/>
          </p:nvSpPr>
          <p:spPr>
            <a:xfrm>
              <a:off x="1621981" y="3298797"/>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79F1D71A-FBD4-7F66-75AE-2C4A7287F327}"/>
                </a:ext>
              </a:extLst>
            </p:cNvPr>
            <p:cNvSpPr txBox="1"/>
            <p:nvPr/>
          </p:nvSpPr>
          <p:spPr>
            <a:xfrm>
              <a:off x="1694558" y="3261239"/>
              <a:ext cx="800219" cy="276999"/>
            </a:xfrm>
            <a:prstGeom prst="rect">
              <a:avLst/>
            </a:prstGeom>
            <a:noFill/>
          </p:spPr>
          <p:txBody>
            <a:bodyPr wrap="none" rtlCol="0">
              <a:spAutoFit/>
            </a:bodyPr>
            <a:lstStyle/>
            <a:p>
              <a:r>
                <a:rPr kumimoji="1" lang="ja-JP" altLang="en-US" sz="1200" dirty="0">
                  <a:solidFill>
                    <a:srgbClr val="04E6EC"/>
                  </a:solidFill>
                </a:rPr>
                <a:t>時報間隔</a:t>
              </a:r>
            </a:p>
          </p:txBody>
        </p:sp>
        <p:sp>
          <p:nvSpPr>
            <p:cNvPr id="19" name="正方形/長方形 18">
              <a:extLst>
                <a:ext uri="{FF2B5EF4-FFF2-40B4-BE49-F238E27FC236}">
                  <a16:creationId xmlns:a16="http://schemas.microsoft.com/office/drawing/2014/main" id="{EFDADE12-107A-73B3-CAFA-E960DEFAC998}"/>
                </a:ext>
              </a:extLst>
            </p:cNvPr>
            <p:cNvSpPr/>
            <p:nvPr/>
          </p:nvSpPr>
          <p:spPr>
            <a:xfrm>
              <a:off x="5497235" y="2018637"/>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07CB5931-D616-0E3A-9A17-57B010A43AAA}"/>
                </a:ext>
              </a:extLst>
            </p:cNvPr>
            <p:cNvSpPr txBox="1"/>
            <p:nvPr/>
          </p:nvSpPr>
          <p:spPr>
            <a:xfrm>
              <a:off x="5569812" y="1981079"/>
              <a:ext cx="800219" cy="276999"/>
            </a:xfrm>
            <a:prstGeom prst="rect">
              <a:avLst/>
            </a:prstGeom>
            <a:noFill/>
          </p:spPr>
          <p:txBody>
            <a:bodyPr wrap="none" rtlCol="0">
              <a:spAutoFit/>
            </a:bodyPr>
            <a:lstStyle/>
            <a:p>
              <a:r>
                <a:rPr kumimoji="1" lang="ja-JP" altLang="en-US" sz="1200" dirty="0">
                  <a:solidFill>
                    <a:srgbClr val="04E6EC"/>
                  </a:solidFill>
                </a:rPr>
                <a:t>時報停止</a:t>
              </a:r>
            </a:p>
          </p:txBody>
        </p:sp>
        <p:sp>
          <p:nvSpPr>
            <p:cNvPr id="22" name="正方形/長方形 21">
              <a:extLst>
                <a:ext uri="{FF2B5EF4-FFF2-40B4-BE49-F238E27FC236}">
                  <a16:creationId xmlns:a16="http://schemas.microsoft.com/office/drawing/2014/main" id="{0F5B0EA1-1D0A-7002-2F55-DE7203DFF750}"/>
                </a:ext>
              </a:extLst>
            </p:cNvPr>
            <p:cNvSpPr/>
            <p:nvPr/>
          </p:nvSpPr>
          <p:spPr>
            <a:xfrm>
              <a:off x="1790423" y="3649935"/>
              <a:ext cx="1440000" cy="360000"/>
            </a:xfrm>
            <a:prstGeom prst="rect">
              <a:avLst/>
            </a:prstGeom>
            <a:no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rPr>
                <a:t>30</a:t>
              </a:r>
              <a:r>
                <a:rPr kumimoji="1" lang="ja-JP" altLang="en-US" sz="1000" dirty="0">
                  <a:solidFill>
                    <a:schemeClr val="tx1"/>
                  </a:solidFill>
                </a:rPr>
                <a:t>分間隔</a:t>
              </a:r>
            </a:p>
          </p:txBody>
        </p:sp>
        <p:sp>
          <p:nvSpPr>
            <p:cNvPr id="24" name="正方形/長方形 23">
              <a:extLst>
                <a:ext uri="{FF2B5EF4-FFF2-40B4-BE49-F238E27FC236}">
                  <a16:creationId xmlns:a16="http://schemas.microsoft.com/office/drawing/2014/main" id="{E23B9130-32EC-CF81-854C-7AE2586C67A1}"/>
                </a:ext>
              </a:extLst>
            </p:cNvPr>
            <p:cNvSpPr/>
            <p:nvPr/>
          </p:nvSpPr>
          <p:spPr>
            <a:xfrm>
              <a:off x="1790424" y="4060842"/>
              <a:ext cx="1440000" cy="360000"/>
            </a:xfrm>
            <a:prstGeom prst="rect">
              <a:avLst/>
            </a:prstGeom>
            <a:solidFill>
              <a:srgbClr val="04E6EC"/>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10</a:t>
              </a:r>
              <a:r>
                <a:rPr kumimoji="1" lang="ja-JP" altLang="en-US" sz="1000" dirty="0"/>
                <a:t>分間隔</a:t>
              </a:r>
            </a:p>
          </p:txBody>
        </p:sp>
        <p:sp>
          <p:nvSpPr>
            <p:cNvPr id="25" name="正方形/長方形 24">
              <a:extLst>
                <a:ext uri="{FF2B5EF4-FFF2-40B4-BE49-F238E27FC236}">
                  <a16:creationId xmlns:a16="http://schemas.microsoft.com/office/drawing/2014/main" id="{7F5AB5B4-6A68-5786-C8AF-18CAA24EF3E3}"/>
                </a:ext>
              </a:extLst>
            </p:cNvPr>
            <p:cNvSpPr/>
            <p:nvPr/>
          </p:nvSpPr>
          <p:spPr>
            <a:xfrm>
              <a:off x="1621981" y="2056195"/>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65FF7C37-D59A-0709-0A32-45C6472D5846}"/>
                </a:ext>
              </a:extLst>
            </p:cNvPr>
            <p:cNvSpPr txBox="1"/>
            <p:nvPr/>
          </p:nvSpPr>
          <p:spPr>
            <a:xfrm>
              <a:off x="1694558" y="2018637"/>
              <a:ext cx="800219" cy="276999"/>
            </a:xfrm>
            <a:prstGeom prst="rect">
              <a:avLst/>
            </a:prstGeom>
            <a:noFill/>
          </p:spPr>
          <p:txBody>
            <a:bodyPr wrap="none" rtlCol="0">
              <a:spAutoFit/>
            </a:bodyPr>
            <a:lstStyle/>
            <a:p>
              <a:r>
                <a:rPr kumimoji="1" lang="ja-JP" altLang="en-US" sz="1200" dirty="0">
                  <a:solidFill>
                    <a:srgbClr val="04E6EC"/>
                  </a:solidFill>
                </a:rPr>
                <a:t>時報再開</a:t>
              </a:r>
            </a:p>
          </p:txBody>
        </p:sp>
        <p:sp>
          <p:nvSpPr>
            <p:cNvPr id="29" name="テキスト ボックス 28">
              <a:extLst>
                <a:ext uri="{FF2B5EF4-FFF2-40B4-BE49-F238E27FC236}">
                  <a16:creationId xmlns:a16="http://schemas.microsoft.com/office/drawing/2014/main" id="{95744003-D3AB-9C6C-F68D-BA523F2F55FF}"/>
                </a:ext>
              </a:extLst>
            </p:cNvPr>
            <p:cNvSpPr txBox="1"/>
            <p:nvPr/>
          </p:nvSpPr>
          <p:spPr>
            <a:xfrm>
              <a:off x="6669842" y="1988773"/>
              <a:ext cx="2582758" cy="261610"/>
            </a:xfrm>
            <a:prstGeom prst="rect">
              <a:avLst/>
            </a:prstGeom>
            <a:noFill/>
          </p:spPr>
          <p:txBody>
            <a:bodyPr wrap="none" rtlCol="0">
              <a:spAutoFit/>
            </a:bodyPr>
            <a:lstStyle/>
            <a:p>
              <a:r>
                <a:rPr kumimoji="1" lang="ja-JP" altLang="en-US" sz="1100" dirty="0"/>
                <a:t>●時報再開時刻を選択してください。</a:t>
              </a:r>
            </a:p>
          </p:txBody>
        </p:sp>
        <p:sp>
          <p:nvSpPr>
            <p:cNvPr id="30" name="正方形/長方形 29">
              <a:extLst>
                <a:ext uri="{FF2B5EF4-FFF2-40B4-BE49-F238E27FC236}">
                  <a16:creationId xmlns:a16="http://schemas.microsoft.com/office/drawing/2014/main" id="{F44A2177-1831-62F6-42ED-1C5DF01C86E0}"/>
                </a:ext>
              </a:extLst>
            </p:cNvPr>
            <p:cNvSpPr/>
            <p:nvPr/>
          </p:nvSpPr>
          <p:spPr>
            <a:xfrm>
              <a:off x="1621981" y="1234761"/>
              <a:ext cx="83976" cy="203592"/>
            </a:xfrm>
            <a:prstGeom prst="rect">
              <a:avLst/>
            </a:prstGeom>
            <a:solidFill>
              <a:srgbClr val="04E6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4161FE12-7AF6-D14B-3C8C-5B11E944DD25}"/>
                </a:ext>
              </a:extLst>
            </p:cNvPr>
            <p:cNvSpPr txBox="1"/>
            <p:nvPr/>
          </p:nvSpPr>
          <p:spPr>
            <a:xfrm>
              <a:off x="1694558" y="1197203"/>
              <a:ext cx="1261884" cy="276999"/>
            </a:xfrm>
            <a:prstGeom prst="rect">
              <a:avLst/>
            </a:prstGeom>
            <a:noFill/>
          </p:spPr>
          <p:txBody>
            <a:bodyPr wrap="none" rtlCol="0">
              <a:spAutoFit/>
            </a:bodyPr>
            <a:lstStyle/>
            <a:p>
              <a:r>
                <a:rPr kumimoji="1" lang="ja-JP" altLang="en-US" sz="1200" dirty="0">
                  <a:solidFill>
                    <a:srgbClr val="04E6EC"/>
                  </a:solidFill>
                </a:rPr>
                <a:t>現在の時報状況</a:t>
              </a:r>
            </a:p>
          </p:txBody>
        </p:sp>
        <p:sp>
          <p:nvSpPr>
            <p:cNvPr id="32" name="テキスト ボックス 31">
              <a:extLst>
                <a:ext uri="{FF2B5EF4-FFF2-40B4-BE49-F238E27FC236}">
                  <a16:creationId xmlns:a16="http://schemas.microsoft.com/office/drawing/2014/main" id="{615EA03B-4B9C-86F3-275B-C28AAAEABDB4}"/>
                </a:ext>
              </a:extLst>
            </p:cNvPr>
            <p:cNvSpPr txBox="1"/>
            <p:nvPr/>
          </p:nvSpPr>
          <p:spPr>
            <a:xfrm>
              <a:off x="1663969" y="1489260"/>
              <a:ext cx="2693366" cy="253916"/>
            </a:xfrm>
            <a:prstGeom prst="rect">
              <a:avLst/>
            </a:prstGeom>
            <a:noFill/>
          </p:spPr>
          <p:txBody>
            <a:bodyPr wrap="none" rtlCol="0">
              <a:spAutoFit/>
            </a:bodyPr>
            <a:lstStyle/>
            <a:p>
              <a:r>
                <a:rPr kumimoji="1" lang="en-US" altLang="ja-JP" sz="1050" dirty="0"/>
                <a:t>10</a:t>
              </a:r>
              <a:r>
                <a:rPr kumimoji="1" lang="ja-JP" altLang="en-US" sz="1050" dirty="0"/>
                <a:t>分間隔で鳴ります。</a:t>
              </a:r>
              <a:r>
                <a:rPr kumimoji="1" lang="en-US" altLang="ja-JP" sz="1050" dirty="0"/>
                <a:t>【</a:t>
              </a:r>
              <a:r>
                <a:rPr kumimoji="1" lang="ja-JP" altLang="en-US" sz="1050" dirty="0"/>
                <a:t>次の時報</a:t>
              </a:r>
              <a:r>
                <a:rPr kumimoji="1" lang="en-US" altLang="ja-JP" sz="1050" dirty="0"/>
                <a:t>】17:00</a:t>
              </a:r>
              <a:endParaRPr kumimoji="1" lang="ja-JP" altLang="en-US" sz="1050" dirty="0"/>
            </a:p>
          </p:txBody>
        </p:sp>
        <p:sp>
          <p:nvSpPr>
            <p:cNvPr id="33" name="正方形/長方形 32">
              <a:extLst>
                <a:ext uri="{FF2B5EF4-FFF2-40B4-BE49-F238E27FC236}">
                  <a16:creationId xmlns:a16="http://schemas.microsoft.com/office/drawing/2014/main" id="{5D58042F-F928-B79F-E2F2-075BF84AE8D5}"/>
                </a:ext>
              </a:extLst>
            </p:cNvPr>
            <p:cNvSpPr/>
            <p:nvPr/>
          </p:nvSpPr>
          <p:spPr>
            <a:xfrm>
              <a:off x="5532298" y="240209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17:10</a:t>
              </a:r>
              <a:endParaRPr kumimoji="1" lang="ja-JP" altLang="en-US" sz="1000" dirty="0"/>
            </a:p>
          </p:txBody>
        </p:sp>
        <p:sp>
          <p:nvSpPr>
            <p:cNvPr id="34" name="正方形/長方形 33">
              <a:extLst>
                <a:ext uri="{FF2B5EF4-FFF2-40B4-BE49-F238E27FC236}">
                  <a16:creationId xmlns:a16="http://schemas.microsoft.com/office/drawing/2014/main" id="{04833E32-32EC-1EE1-73C3-2A8164A2E636}"/>
                </a:ext>
              </a:extLst>
            </p:cNvPr>
            <p:cNvSpPr/>
            <p:nvPr/>
          </p:nvSpPr>
          <p:spPr>
            <a:xfrm>
              <a:off x="7118172" y="240209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17:20</a:t>
              </a:r>
              <a:endParaRPr kumimoji="1" lang="ja-JP" altLang="en-US" sz="1000" dirty="0"/>
            </a:p>
          </p:txBody>
        </p:sp>
        <p:sp>
          <p:nvSpPr>
            <p:cNvPr id="35" name="正方形/長方形 34">
              <a:extLst>
                <a:ext uri="{FF2B5EF4-FFF2-40B4-BE49-F238E27FC236}">
                  <a16:creationId xmlns:a16="http://schemas.microsoft.com/office/drawing/2014/main" id="{7DA25A6E-ECB2-1015-718D-B3BF20351E25}"/>
                </a:ext>
              </a:extLst>
            </p:cNvPr>
            <p:cNvSpPr/>
            <p:nvPr/>
          </p:nvSpPr>
          <p:spPr>
            <a:xfrm>
              <a:off x="8704046" y="240209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17:30</a:t>
              </a:r>
              <a:endParaRPr kumimoji="1" lang="ja-JP" altLang="en-US" sz="1000" dirty="0"/>
            </a:p>
          </p:txBody>
        </p:sp>
        <p:sp>
          <p:nvSpPr>
            <p:cNvPr id="36" name="正方形/長方形 35">
              <a:extLst>
                <a:ext uri="{FF2B5EF4-FFF2-40B4-BE49-F238E27FC236}">
                  <a16:creationId xmlns:a16="http://schemas.microsoft.com/office/drawing/2014/main" id="{036F1F78-BDBC-500A-E7F8-86E1CA4CBA29}"/>
                </a:ext>
              </a:extLst>
            </p:cNvPr>
            <p:cNvSpPr/>
            <p:nvPr/>
          </p:nvSpPr>
          <p:spPr>
            <a:xfrm>
              <a:off x="5532298" y="285025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17:40</a:t>
              </a:r>
              <a:endParaRPr kumimoji="1" lang="ja-JP" altLang="en-US" sz="1000" dirty="0"/>
            </a:p>
          </p:txBody>
        </p:sp>
        <p:sp>
          <p:nvSpPr>
            <p:cNvPr id="37" name="正方形/長方形 36">
              <a:extLst>
                <a:ext uri="{FF2B5EF4-FFF2-40B4-BE49-F238E27FC236}">
                  <a16:creationId xmlns:a16="http://schemas.microsoft.com/office/drawing/2014/main" id="{404982CD-2F81-C652-E015-6993CF179BCE}"/>
                </a:ext>
              </a:extLst>
            </p:cNvPr>
            <p:cNvSpPr/>
            <p:nvPr/>
          </p:nvSpPr>
          <p:spPr>
            <a:xfrm>
              <a:off x="7118172" y="285025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17:50</a:t>
              </a:r>
              <a:endParaRPr kumimoji="1" lang="ja-JP" altLang="en-US" sz="1000" dirty="0"/>
            </a:p>
          </p:txBody>
        </p:sp>
        <p:sp>
          <p:nvSpPr>
            <p:cNvPr id="38" name="正方形/長方形 37">
              <a:extLst>
                <a:ext uri="{FF2B5EF4-FFF2-40B4-BE49-F238E27FC236}">
                  <a16:creationId xmlns:a16="http://schemas.microsoft.com/office/drawing/2014/main" id="{35CAFFF0-C8AD-6F0D-1202-7F31CEF45FA0}"/>
                </a:ext>
              </a:extLst>
            </p:cNvPr>
            <p:cNvSpPr/>
            <p:nvPr/>
          </p:nvSpPr>
          <p:spPr>
            <a:xfrm>
              <a:off x="8704046" y="2850254"/>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18:00</a:t>
              </a:r>
              <a:endParaRPr kumimoji="1" lang="ja-JP" altLang="en-US" sz="1000" dirty="0"/>
            </a:p>
          </p:txBody>
        </p:sp>
        <p:sp>
          <p:nvSpPr>
            <p:cNvPr id="39" name="正方形/長方形 38">
              <a:extLst>
                <a:ext uri="{FF2B5EF4-FFF2-40B4-BE49-F238E27FC236}">
                  <a16:creationId xmlns:a16="http://schemas.microsoft.com/office/drawing/2014/main" id="{36DB7693-04EF-3AD9-F8A1-A144F19F0138}"/>
                </a:ext>
              </a:extLst>
            </p:cNvPr>
            <p:cNvSpPr/>
            <p:nvPr/>
          </p:nvSpPr>
          <p:spPr>
            <a:xfrm>
              <a:off x="5532298" y="3279038"/>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18:30</a:t>
              </a:r>
              <a:endParaRPr kumimoji="1" lang="ja-JP" altLang="en-US" sz="1000" dirty="0"/>
            </a:p>
          </p:txBody>
        </p:sp>
        <p:sp>
          <p:nvSpPr>
            <p:cNvPr id="40" name="正方形/長方形 39">
              <a:extLst>
                <a:ext uri="{FF2B5EF4-FFF2-40B4-BE49-F238E27FC236}">
                  <a16:creationId xmlns:a16="http://schemas.microsoft.com/office/drawing/2014/main" id="{EED2B8A0-D703-09EB-3CC4-081B7FFCCE6C}"/>
                </a:ext>
              </a:extLst>
            </p:cNvPr>
            <p:cNvSpPr/>
            <p:nvPr/>
          </p:nvSpPr>
          <p:spPr>
            <a:xfrm>
              <a:off x="7118172" y="3279038"/>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19:00</a:t>
              </a:r>
              <a:endParaRPr kumimoji="1" lang="ja-JP" altLang="en-US" sz="1000" dirty="0"/>
            </a:p>
          </p:txBody>
        </p:sp>
        <p:sp>
          <p:nvSpPr>
            <p:cNvPr id="41" name="正方形/長方形 40">
              <a:extLst>
                <a:ext uri="{FF2B5EF4-FFF2-40B4-BE49-F238E27FC236}">
                  <a16:creationId xmlns:a16="http://schemas.microsoft.com/office/drawing/2014/main" id="{F93716D9-AEE6-44D1-ED7D-7C88F9CFF4F5}"/>
                </a:ext>
              </a:extLst>
            </p:cNvPr>
            <p:cNvSpPr/>
            <p:nvPr/>
          </p:nvSpPr>
          <p:spPr>
            <a:xfrm>
              <a:off x="8704046" y="3279038"/>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19:30</a:t>
              </a:r>
              <a:endParaRPr kumimoji="1" lang="ja-JP" altLang="en-US" sz="1000" dirty="0"/>
            </a:p>
          </p:txBody>
        </p:sp>
        <p:sp>
          <p:nvSpPr>
            <p:cNvPr id="42" name="正方形/長方形 41">
              <a:extLst>
                <a:ext uri="{FF2B5EF4-FFF2-40B4-BE49-F238E27FC236}">
                  <a16:creationId xmlns:a16="http://schemas.microsoft.com/office/drawing/2014/main" id="{6E248115-B140-CF95-9A3D-0DF3B294947E}"/>
                </a:ext>
              </a:extLst>
            </p:cNvPr>
            <p:cNvSpPr/>
            <p:nvPr/>
          </p:nvSpPr>
          <p:spPr>
            <a:xfrm>
              <a:off x="5532298" y="3727198"/>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20:00</a:t>
              </a:r>
              <a:endParaRPr kumimoji="1" lang="ja-JP" altLang="en-US" sz="1000" dirty="0"/>
            </a:p>
          </p:txBody>
        </p:sp>
        <p:sp>
          <p:nvSpPr>
            <p:cNvPr id="43" name="正方形/長方形 42">
              <a:extLst>
                <a:ext uri="{FF2B5EF4-FFF2-40B4-BE49-F238E27FC236}">
                  <a16:creationId xmlns:a16="http://schemas.microsoft.com/office/drawing/2014/main" id="{90D5583B-AD71-A1A5-B58E-D0DB1C0C200A}"/>
                </a:ext>
              </a:extLst>
            </p:cNvPr>
            <p:cNvSpPr/>
            <p:nvPr/>
          </p:nvSpPr>
          <p:spPr>
            <a:xfrm>
              <a:off x="7118172" y="3727198"/>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20:30</a:t>
              </a:r>
              <a:endParaRPr kumimoji="1" lang="ja-JP" altLang="en-US" sz="1000" dirty="0"/>
            </a:p>
          </p:txBody>
        </p:sp>
        <p:sp>
          <p:nvSpPr>
            <p:cNvPr id="44" name="正方形/長方形 43">
              <a:extLst>
                <a:ext uri="{FF2B5EF4-FFF2-40B4-BE49-F238E27FC236}">
                  <a16:creationId xmlns:a16="http://schemas.microsoft.com/office/drawing/2014/main" id="{D736C8D6-3360-61A8-4888-437EE637D57A}"/>
                </a:ext>
              </a:extLst>
            </p:cNvPr>
            <p:cNvSpPr/>
            <p:nvPr/>
          </p:nvSpPr>
          <p:spPr>
            <a:xfrm>
              <a:off x="8704046" y="3727198"/>
              <a:ext cx="1440000" cy="360000"/>
            </a:xfrm>
            <a:prstGeom prst="rect">
              <a:avLst/>
            </a:prstGeom>
            <a:solidFill>
              <a:srgbClr val="002060"/>
            </a:solidFill>
            <a:ln>
              <a:solidFill>
                <a:srgbClr val="04E6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21:30</a:t>
              </a:r>
              <a:endParaRPr kumimoji="1" lang="ja-JP" altLang="en-US" sz="1000" dirty="0"/>
            </a:p>
          </p:txBody>
        </p:sp>
      </p:grpSp>
      <p:sp>
        <p:nvSpPr>
          <p:cNvPr id="3" name="正方形/長方形 2">
            <a:extLst>
              <a:ext uri="{FF2B5EF4-FFF2-40B4-BE49-F238E27FC236}">
                <a16:creationId xmlns:a16="http://schemas.microsoft.com/office/drawing/2014/main" id="{9770BED0-4F2C-3452-0390-CA3B683DEB15}"/>
              </a:ext>
            </a:extLst>
          </p:cNvPr>
          <p:cNvSpPr/>
          <p:nvPr/>
        </p:nvSpPr>
        <p:spPr>
          <a:xfrm>
            <a:off x="1790423" y="3038265"/>
            <a:ext cx="1440000" cy="360000"/>
          </a:xfrm>
          <a:prstGeom prst="rect">
            <a:avLst/>
          </a:prstGeom>
          <a:solidFill>
            <a:schemeClr val="tx2"/>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50000"/>
                  </a:schemeClr>
                </a:solidFill>
              </a:rPr>
              <a:t>今すぐ時報を再開</a:t>
            </a:r>
          </a:p>
        </p:txBody>
      </p:sp>
    </p:spTree>
    <p:extLst>
      <p:ext uri="{BB962C8B-B14F-4D97-AF65-F5344CB8AC3E}">
        <p14:creationId xmlns:p14="http://schemas.microsoft.com/office/powerpoint/2010/main" val="820899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F5751953-8350-8ED4-1850-23006683A1DB}"/>
              </a:ext>
            </a:extLst>
          </p:cNvPr>
          <p:cNvPicPr>
            <a:picLocks noChangeAspect="1"/>
          </p:cNvPicPr>
          <p:nvPr/>
        </p:nvPicPr>
        <p:blipFill>
          <a:blip r:embed="rId2"/>
          <a:stretch>
            <a:fillRect/>
          </a:stretch>
        </p:blipFill>
        <p:spPr>
          <a:xfrm>
            <a:off x="0" y="4566"/>
            <a:ext cx="12192000" cy="6848867"/>
          </a:xfrm>
          <a:prstGeom prst="rect">
            <a:avLst/>
          </a:prstGeom>
        </p:spPr>
      </p:pic>
      <p:sp>
        <p:nvSpPr>
          <p:cNvPr id="31" name="正方形/長方形 30">
            <a:extLst>
              <a:ext uri="{FF2B5EF4-FFF2-40B4-BE49-F238E27FC236}">
                <a16:creationId xmlns:a16="http://schemas.microsoft.com/office/drawing/2014/main" id="{AE8A0826-5274-2DCB-CE2D-0A237E6596CA}"/>
              </a:ext>
            </a:extLst>
          </p:cNvPr>
          <p:cNvSpPr/>
          <p:nvPr/>
        </p:nvSpPr>
        <p:spPr>
          <a:xfrm>
            <a:off x="4258491" y="1813559"/>
            <a:ext cx="3675017" cy="3230880"/>
          </a:xfrm>
          <a:prstGeom prst="rect">
            <a:avLst/>
          </a:prstGeom>
          <a:solidFill>
            <a:srgbClr val="002060"/>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06A2B882-05A7-0601-A868-40B8B04D583E}"/>
              </a:ext>
            </a:extLst>
          </p:cNvPr>
          <p:cNvSpPr txBox="1"/>
          <p:nvPr/>
        </p:nvSpPr>
        <p:spPr>
          <a:xfrm>
            <a:off x="5195751" y="1881051"/>
            <a:ext cx="1800493" cy="369332"/>
          </a:xfrm>
          <a:prstGeom prst="rect">
            <a:avLst/>
          </a:prstGeom>
          <a:noFill/>
        </p:spPr>
        <p:txBody>
          <a:bodyPr wrap="none" rtlCol="0">
            <a:spAutoFit/>
          </a:bodyPr>
          <a:lstStyle/>
          <a:p>
            <a:r>
              <a:rPr kumimoji="1" lang="ja-JP" altLang="en-US" b="1" dirty="0">
                <a:solidFill>
                  <a:srgbClr val="FFC000"/>
                </a:solidFill>
              </a:rPr>
              <a:t>対象期間を設定</a:t>
            </a:r>
          </a:p>
        </p:txBody>
      </p:sp>
      <p:pic>
        <p:nvPicPr>
          <p:cNvPr id="34" name="図 33">
            <a:extLst>
              <a:ext uri="{FF2B5EF4-FFF2-40B4-BE49-F238E27FC236}">
                <a16:creationId xmlns:a16="http://schemas.microsoft.com/office/drawing/2014/main" id="{7591EDAF-DAE4-365F-BA6F-4CA95E34167D}"/>
              </a:ext>
            </a:extLst>
          </p:cNvPr>
          <p:cNvPicPr>
            <a:picLocks noChangeAspect="1"/>
          </p:cNvPicPr>
          <p:nvPr/>
        </p:nvPicPr>
        <p:blipFill>
          <a:blip r:embed="rId3"/>
          <a:stretch>
            <a:fillRect/>
          </a:stretch>
        </p:blipFill>
        <p:spPr>
          <a:xfrm>
            <a:off x="4900444" y="4511417"/>
            <a:ext cx="2391109" cy="447737"/>
          </a:xfrm>
          <a:prstGeom prst="rect">
            <a:avLst/>
          </a:prstGeom>
        </p:spPr>
      </p:pic>
      <p:sp>
        <p:nvSpPr>
          <p:cNvPr id="35" name="テキスト ボックス 34">
            <a:extLst>
              <a:ext uri="{FF2B5EF4-FFF2-40B4-BE49-F238E27FC236}">
                <a16:creationId xmlns:a16="http://schemas.microsoft.com/office/drawing/2014/main" id="{6FBDD143-B0A2-21AF-638D-3C1548477242}"/>
              </a:ext>
            </a:extLst>
          </p:cNvPr>
          <p:cNvSpPr txBox="1"/>
          <p:nvPr/>
        </p:nvSpPr>
        <p:spPr>
          <a:xfrm>
            <a:off x="4346446" y="2358057"/>
            <a:ext cx="1005403" cy="1323439"/>
          </a:xfrm>
          <a:prstGeom prst="rect">
            <a:avLst/>
          </a:prstGeom>
          <a:noFill/>
        </p:spPr>
        <p:txBody>
          <a:bodyPr wrap="none" rtlCol="0">
            <a:spAutoFit/>
          </a:bodyPr>
          <a:lstStyle/>
          <a:p>
            <a:r>
              <a:rPr kumimoji="1" lang="ja-JP" altLang="en-US" sz="1600" b="1" dirty="0"/>
              <a:t>開始日時</a:t>
            </a:r>
            <a:endParaRPr kumimoji="1" lang="en-US" altLang="ja-JP" sz="1600" b="1" dirty="0"/>
          </a:p>
          <a:p>
            <a:endParaRPr kumimoji="1" lang="en-US" altLang="ja-JP" sz="1600" b="1" dirty="0"/>
          </a:p>
          <a:p>
            <a:endParaRPr kumimoji="1" lang="en-US" altLang="ja-JP" sz="1600" b="1" dirty="0"/>
          </a:p>
          <a:p>
            <a:endParaRPr kumimoji="1" lang="en-US" altLang="ja-JP" sz="1600" b="1" dirty="0"/>
          </a:p>
          <a:p>
            <a:r>
              <a:rPr kumimoji="1" lang="ja-JP" altLang="en-US" sz="1600" b="1" dirty="0"/>
              <a:t>終了日時</a:t>
            </a:r>
          </a:p>
        </p:txBody>
      </p:sp>
      <p:sp>
        <p:nvSpPr>
          <p:cNvPr id="36" name="正方形/長方形 35">
            <a:extLst>
              <a:ext uri="{FF2B5EF4-FFF2-40B4-BE49-F238E27FC236}">
                <a16:creationId xmlns:a16="http://schemas.microsoft.com/office/drawing/2014/main" id="{15E7FAB9-2946-4A08-955A-3CD314C013DE}"/>
              </a:ext>
            </a:extLst>
          </p:cNvPr>
          <p:cNvSpPr/>
          <p:nvPr/>
        </p:nvSpPr>
        <p:spPr>
          <a:xfrm>
            <a:off x="4393471" y="2702423"/>
            <a:ext cx="3405051" cy="43185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dirty="0"/>
              <a:t>2026/09/17</a:t>
            </a:r>
            <a:r>
              <a:rPr kumimoji="1" lang="ja-JP" altLang="en-US" dirty="0"/>
              <a:t>　</a:t>
            </a:r>
            <a:r>
              <a:rPr kumimoji="1" lang="en-US" altLang="ja-JP" dirty="0"/>
              <a:t>23:00</a:t>
            </a:r>
            <a:endParaRPr kumimoji="1" lang="ja-JP" altLang="en-US" dirty="0"/>
          </a:p>
        </p:txBody>
      </p:sp>
      <p:sp>
        <p:nvSpPr>
          <p:cNvPr id="37" name="正方形/長方形 36">
            <a:extLst>
              <a:ext uri="{FF2B5EF4-FFF2-40B4-BE49-F238E27FC236}">
                <a16:creationId xmlns:a16="http://schemas.microsoft.com/office/drawing/2014/main" id="{6B7349F4-DE88-ACA3-3AB4-1D195C21E97D}"/>
              </a:ext>
            </a:extLst>
          </p:cNvPr>
          <p:cNvSpPr/>
          <p:nvPr/>
        </p:nvSpPr>
        <p:spPr>
          <a:xfrm>
            <a:off x="4393471" y="3701679"/>
            <a:ext cx="3405051" cy="43185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dirty="0"/>
              <a:t>2026/09/17</a:t>
            </a:r>
            <a:r>
              <a:rPr kumimoji="1" lang="ja-JP" altLang="en-US" dirty="0"/>
              <a:t>　</a:t>
            </a:r>
            <a:r>
              <a:rPr kumimoji="1" lang="en-US" altLang="ja-JP" dirty="0"/>
              <a:t>23:50</a:t>
            </a:r>
            <a:endParaRPr kumimoji="1" lang="ja-JP" altLang="en-US" dirty="0"/>
          </a:p>
        </p:txBody>
      </p:sp>
      <p:sp>
        <p:nvSpPr>
          <p:cNvPr id="40" name="正方形/長方形 39">
            <a:extLst>
              <a:ext uri="{FF2B5EF4-FFF2-40B4-BE49-F238E27FC236}">
                <a16:creationId xmlns:a16="http://schemas.microsoft.com/office/drawing/2014/main" id="{078FC463-026F-CA19-2BBF-1390831DAA4E}"/>
              </a:ext>
            </a:extLst>
          </p:cNvPr>
          <p:cNvSpPr/>
          <p:nvPr/>
        </p:nvSpPr>
        <p:spPr>
          <a:xfrm>
            <a:off x="0" y="0"/>
            <a:ext cx="12191999" cy="6858000"/>
          </a:xfrm>
          <a:prstGeom prst="rect">
            <a:avLst/>
          </a:prstGeom>
          <a:solidFill>
            <a:srgbClr val="002060">
              <a:alpha val="40000"/>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solidFill>
                <a:schemeClr val="tx1"/>
              </a:solidFill>
            </a:endParaRPr>
          </a:p>
        </p:txBody>
      </p:sp>
      <p:sp>
        <p:nvSpPr>
          <p:cNvPr id="41" name="正方形/長方形 40">
            <a:extLst>
              <a:ext uri="{FF2B5EF4-FFF2-40B4-BE49-F238E27FC236}">
                <a16:creationId xmlns:a16="http://schemas.microsoft.com/office/drawing/2014/main" id="{1CB46C40-1B7D-2572-14A9-F01288BBB6D9}"/>
              </a:ext>
            </a:extLst>
          </p:cNvPr>
          <p:cNvSpPr/>
          <p:nvPr/>
        </p:nvSpPr>
        <p:spPr>
          <a:xfrm>
            <a:off x="3230876" y="1858497"/>
            <a:ext cx="5730240" cy="3060307"/>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2CAC2AFD-0055-3B60-803E-073F340A3CEC}"/>
              </a:ext>
            </a:extLst>
          </p:cNvPr>
          <p:cNvSpPr txBox="1"/>
          <p:nvPr/>
        </p:nvSpPr>
        <p:spPr>
          <a:xfrm>
            <a:off x="5195749" y="1932130"/>
            <a:ext cx="1800493" cy="369332"/>
          </a:xfrm>
          <a:prstGeom prst="rect">
            <a:avLst/>
          </a:prstGeom>
          <a:noFill/>
        </p:spPr>
        <p:txBody>
          <a:bodyPr wrap="none" rtlCol="0">
            <a:spAutoFit/>
          </a:bodyPr>
          <a:lstStyle/>
          <a:p>
            <a:r>
              <a:rPr kumimoji="1" lang="ja-JP" altLang="en-US" dirty="0"/>
              <a:t>開始日時の入力</a:t>
            </a:r>
          </a:p>
        </p:txBody>
      </p:sp>
      <p:sp>
        <p:nvSpPr>
          <p:cNvPr id="43" name="正方形/長方形 42">
            <a:extLst>
              <a:ext uri="{FF2B5EF4-FFF2-40B4-BE49-F238E27FC236}">
                <a16:creationId xmlns:a16="http://schemas.microsoft.com/office/drawing/2014/main" id="{E8027250-FE60-7880-32B3-CF4B33824678}"/>
              </a:ext>
            </a:extLst>
          </p:cNvPr>
          <p:cNvSpPr/>
          <p:nvPr/>
        </p:nvSpPr>
        <p:spPr>
          <a:xfrm>
            <a:off x="3545091" y="3119218"/>
            <a:ext cx="1005404" cy="479718"/>
          </a:xfrm>
          <a:prstGeom prst="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2026</a:t>
            </a:r>
            <a:endParaRPr kumimoji="1" lang="ja-JP" altLang="en-US" dirty="0"/>
          </a:p>
        </p:txBody>
      </p:sp>
      <p:sp>
        <p:nvSpPr>
          <p:cNvPr id="44" name="正方形/長方形 43">
            <a:extLst>
              <a:ext uri="{FF2B5EF4-FFF2-40B4-BE49-F238E27FC236}">
                <a16:creationId xmlns:a16="http://schemas.microsoft.com/office/drawing/2014/main" id="{17B5FAC5-B1F1-8255-F6CC-35072DD5E28C}"/>
              </a:ext>
            </a:extLst>
          </p:cNvPr>
          <p:cNvSpPr/>
          <p:nvPr/>
        </p:nvSpPr>
        <p:spPr>
          <a:xfrm>
            <a:off x="5052286" y="3119218"/>
            <a:ext cx="599125" cy="479718"/>
          </a:xfrm>
          <a:prstGeom prst="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09</a:t>
            </a:r>
            <a:endParaRPr kumimoji="1" lang="ja-JP" altLang="en-US" dirty="0"/>
          </a:p>
        </p:txBody>
      </p:sp>
      <p:sp>
        <p:nvSpPr>
          <p:cNvPr id="45" name="正方形/長方形 44">
            <a:extLst>
              <a:ext uri="{FF2B5EF4-FFF2-40B4-BE49-F238E27FC236}">
                <a16:creationId xmlns:a16="http://schemas.microsoft.com/office/drawing/2014/main" id="{1DB74C66-C8C7-1FCC-E63B-D0A6E3BFD01B}"/>
              </a:ext>
            </a:extLst>
          </p:cNvPr>
          <p:cNvSpPr/>
          <p:nvPr/>
        </p:nvSpPr>
        <p:spPr>
          <a:xfrm>
            <a:off x="6065248" y="3119218"/>
            <a:ext cx="599125" cy="479718"/>
          </a:xfrm>
          <a:prstGeom prst="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18</a:t>
            </a:r>
            <a:endParaRPr kumimoji="1" lang="ja-JP" altLang="en-US" dirty="0"/>
          </a:p>
        </p:txBody>
      </p:sp>
      <p:sp>
        <p:nvSpPr>
          <p:cNvPr id="46" name="正方形/長方形 45">
            <a:extLst>
              <a:ext uri="{FF2B5EF4-FFF2-40B4-BE49-F238E27FC236}">
                <a16:creationId xmlns:a16="http://schemas.microsoft.com/office/drawing/2014/main" id="{B85EE45A-349D-F545-6AD8-3433E03200E0}"/>
              </a:ext>
            </a:extLst>
          </p:cNvPr>
          <p:cNvSpPr/>
          <p:nvPr/>
        </p:nvSpPr>
        <p:spPr>
          <a:xfrm>
            <a:off x="7167373" y="3119218"/>
            <a:ext cx="599125" cy="479718"/>
          </a:xfrm>
          <a:prstGeom prst="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23</a:t>
            </a:r>
            <a:endParaRPr kumimoji="1" lang="ja-JP" altLang="en-US" dirty="0"/>
          </a:p>
        </p:txBody>
      </p:sp>
      <p:sp>
        <p:nvSpPr>
          <p:cNvPr id="47" name="正方形/長方形 46">
            <a:extLst>
              <a:ext uri="{FF2B5EF4-FFF2-40B4-BE49-F238E27FC236}">
                <a16:creationId xmlns:a16="http://schemas.microsoft.com/office/drawing/2014/main" id="{10A9D38F-7669-27A2-8E94-45EF5158050C}"/>
              </a:ext>
            </a:extLst>
          </p:cNvPr>
          <p:cNvSpPr/>
          <p:nvPr/>
        </p:nvSpPr>
        <p:spPr>
          <a:xfrm>
            <a:off x="8047785" y="3119218"/>
            <a:ext cx="599125" cy="479718"/>
          </a:xfrm>
          <a:prstGeom prst="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05</a:t>
            </a:r>
            <a:endParaRPr kumimoji="1" lang="ja-JP" altLang="en-US" dirty="0"/>
          </a:p>
        </p:txBody>
      </p:sp>
      <p:sp>
        <p:nvSpPr>
          <p:cNvPr id="49" name="テキスト ボックス 48">
            <a:extLst>
              <a:ext uri="{FF2B5EF4-FFF2-40B4-BE49-F238E27FC236}">
                <a16:creationId xmlns:a16="http://schemas.microsoft.com/office/drawing/2014/main" id="{CD25A3D4-552F-40CB-C9BA-0DF51E586FC4}"/>
              </a:ext>
            </a:extLst>
          </p:cNvPr>
          <p:cNvSpPr txBox="1"/>
          <p:nvPr/>
        </p:nvSpPr>
        <p:spPr>
          <a:xfrm>
            <a:off x="4553525" y="3174411"/>
            <a:ext cx="415498" cy="369332"/>
          </a:xfrm>
          <a:prstGeom prst="rect">
            <a:avLst/>
          </a:prstGeom>
          <a:noFill/>
        </p:spPr>
        <p:txBody>
          <a:bodyPr wrap="none" rtlCol="0">
            <a:spAutoFit/>
          </a:bodyPr>
          <a:lstStyle/>
          <a:p>
            <a:r>
              <a:rPr kumimoji="1" lang="ja-JP" altLang="en-US" dirty="0"/>
              <a:t>年</a:t>
            </a:r>
          </a:p>
        </p:txBody>
      </p:sp>
      <p:sp>
        <p:nvSpPr>
          <p:cNvPr id="51" name="テキスト ボックス 50">
            <a:extLst>
              <a:ext uri="{FF2B5EF4-FFF2-40B4-BE49-F238E27FC236}">
                <a16:creationId xmlns:a16="http://schemas.microsoft.com/office/drawing/2014/main" id="{CC078D59-7701-7437-5084-7630A5C27295}"/>
              </a:ext>
            </a:extLst>
          </p:cNvPr>
          <p:cNvSpPr txBox="1"/>
          <p:nvPr/>
        </p:nvSpPr>
        <p:spPr>
          <a:xfrm>
            <a:off x="5650966" y="3174411"/>
            <a:ext cx="415498" cy="369332"/>
          </a:xfrm>
          <a:prstGeom prst="rect">
            <a:avLst/>
          </a:prstGeom>
          <a:noFill/>
        </p:spPr>
        <p:txBody>
          <a:bodyPr wrap="none" rtlCol="0">
            <a:spAutoFit/>
          </a:bodyPr>
          <a:lstStyle/>
          <a:p>
            <a:r>
              <a:rPr kumimoji="1" lang="ja-JP" altLang="en-US" dirty="0"/>
              <a:t>月</a:t>
            </a:r>
          </a:p>
        </p:txBody>
      </p:sp>
      <p:sp>
        <p:nvSpPr>
          <p:cNvPr id="52" name="テキスト ボックス 51">
            <a:extLst>
              <a:ext uri="{FF2B5EF4-FFF2-40B4-BE49-F238E27FC236}">
                <a16:creationId xmlns:a16="http://schemas.microsoft.com/office/drawing/2014/main" id="{AAAAA4F5-8C45-4CE0-5A1F-C954D599796B}"/>
              </a:ext>
            </a:extLst>
          </p:cNvPr>
          <p:cNvSpPr txBox="1"/>
          <p:nvPr/>
        </p:nvSpPr>
        <p:spPr>
          <a:xfrm>
            <a:off x="6666038" y="3174411"/>
            <a:ext cx="415498" cy="369332"/>
          </a:xfrm>
          <a:prstGeom prst="rect">
            <a:avLst/>
          </a:prstGeom>
          <a:noFill/>
        </p:spPr>
        <p:txBody>
          <a:bodyPr wrap="none" rtlCol="0">
            <a:spAutoFit/>
          </a:bodyPr>
          <a:lstStyle/>
          <a:p>
            <a:r>
              <a:rPr kumimoji="1" lang="ja-JP" altLang="en-US" dirty="0"/>
              <a:t>日</a:t>
            </a:r>
          </a:p>
        </p:txBody>
      </p:sp>
      <p:sp>
        <p:nvSpPr>
          <p:cNvPr id="53" name="テキスト ボックス 52">
            <a:extLst>
              <a:ext uri="{FF2B5EF4-FFF2-40B4-BE49-F238E27FC236}">
                <a16:creationId xmlns:a16="http://schemas.microsoft.com/office/drawing/2014/main" id="{8D75BA52-ABAB-C870-5A12-DDFD6CA4FEB5}"/>
              </a:ext>
            </a:extLst>
          </p:cNvPr>
          <p:cNvSpPr txBox="1"/>
          <p:nvPr/>
        </p:nvSpPr>
        <p:spPr>
          <a:xfrm>
            <a:off x="7715852" y="3174411"/>
            <a:ext cx="415498" cy="369332"/>
          </a:xfrm>
          <a:prstGeom prst="rect">
            <a:avLst/>
          </a:prstGeom>
          <a:noFill/>
        </p:spPr>
        <p:txBody>
          <a:bodyPr wrap="none" rtlCol="0">
            <a:spAutoFit/>
          </a:bodyPr>
          <a:lstStyle/>
          <a:p>
            <a:r>
              <a:rPr kumimoji="1" lang="ja-JP" altLang="en-US" dirty="0"/>
              <a:t>：</a:t>
            </a:r>
          </a:p>
        </p:txBody>
      </p:sp>
      <p:sp>
        <p:nvSpPr>
          <p:cNvPr id="54" name="正方形/長方形 53">
            <a:extLst>
              <a:ext uri="{FF2B5EF4-FFF2-40B4-BE49-F238E27FC236}">
                <a16:creationId xmlns:a16="http://schemas.microsoft.com/office/drawing/2014/main" id="{FE483217-BA5A-B06A-B3E1-455F8D5B1F5C}"/>
              </a:ext>
            </a:extLst>
          </p:cNvPr>
          <p:cNvSpPr/>
          <p:nvPr/>
        </p:nvSpPr>
        <p:spPr>
          <a:xfrm>
            <a:off x="3550645" y="2647230"/>
            <a:ext cx="999849"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a:t>
            </a:r>
          </a:p>
        </p:txBody>
      </p:sp>
      <p:sp>
        <p:nvSpPr>
          <p:cNvPr id="55" name="正方形/長方形 54">
            <a:extLst>
              <a:ext uri="{FF2B5EF4-FFF2-40B4-BE49-F238E27FC236}">
                <a16:creationId xmlns:a16="http://schemas.microsoft.com/office/drawing/2014/main" id="{CAB4E8CF-181D-DCF0-EB83-9C5070394701}"/>
              </a:ext>
            </a:extLst>
          </p:cNvPr>
          <p:cNvSpPr/>
          <p:nvPr/>
        </p:nvSpPr>
        <p:spPr>
          <a:xfrm>
            <a:off x="3550645" y="3736689"/>
            <a:ext cx="999849"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a:t>
            </a:r>
          </a:p>
        </p:txBody>
      </p:sp>
      <p:sp>
        <p:nvSpPr>
          <p:cNvPr id="56" name="正方形/長方形 55">
            <a:extLst>
              <a:ext uri="{FF2B5EF4-FFF2-40B4-BE49-F238E27FC236}">
                <a16:creationId xmlns:a16="http://schemas.microsoft.com/office/drawing/2014/main" id="{AB022853-583A-CBF6-9FBB-23361DACB2EB}"/>
              </a:ext>
            </a:extLst>
          </p:cNvPr>
          <p:cNvSpPr/>
          <p:nvPr/>
        </p:nvSpPr>
        <p:spPr>
          <a:xfrm>
            <a:off x="5052286" y="2647230"/>
            <a:ext cx="607647"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a:t>
            </a:r>
          </a:p>
        </p:txBody>
      </p:sp>
      <p:sp>
        <p:nvSpPr>
          <p:cNvPr id="57" name="正方形/長方形 56">
            <a:extLst>
              <a:ext uri="{FF2B5EF4-FFF2-40B4-BE49-F238E27FC236}">
                <a16:creationId xmlns:a16="http://schemas.microsoft.com/office/drawing/2014/main" id="{5401F599-6E05-EC38-A998-7FC697D8B856}"/>
              </a:ext>
            </a:extLst>
          </p:cNvPr>
          <p:cNvSpPr/>
          <p:nvPr/>
        </p:nvSpPr>
        <p:spPr>
          <a:xfrm>
            <a:off x="5052286" y="3736689"/>
            <a:ext cx="607647"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a:t>
            </a:r>
          </a:p>
        </p:txBody>
      </p:sp>
      <p:sp>
        <p:nvSpPr>
          <p:cNvPr id="58" name="正方形/長方形 57">
            <a:extLst>
              <a:ext uri="{FF2B5EF4-FFF2-40B4-BE49-F238E27FC236}">
                <a16:creationId xmlns:a16="http://schemas.microsoft.com/office/drawing/2014/main" id="{F5F0FA4A-F6B6-E658-DC44-466576627297}"/>
              </a:ext>
            </a:extLst>
          </p:cNvPr>
          <p:cNvSpPr/>
          <p:nvPr/>
        </p:nvSpPr>
        <p:spPr>
          <a:xfrm>
            <a:off x="6063955" y="2647230"/>
            <a:ext cx="607647"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a:t>
            </a:r>
          </a:p>
        </p:txBody>
      </p:sp>
      <p:sp>
        <p:nvSpPr>
          <p:cNvPr id="59" name="正方形/長方形 58">
            <a:extLst>
              <a:ext uri="{FF2B5EF4-FFF2-40B4-BE49-F238E27FC236}">
                <a16:creationId xmlns:a16="http://schemas.microsoft.com/office/drawing/2014/main" id="{52839791-751C-D1F1-19E8-6BD3E63699A4}"/>
              </a:ext>
            </a:extLst>
          </p:cNvPr>
          <p:cNvSpPr/>
          <p:nvPr/>
        </p:nvSpPr>
        <p:spPr>
          <a:xfrm>
            <a:off x="6063955" y="3736689"/>
            <a:ext cx="607647"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a:t>
            </a:r>
          </a:p>
        </p:txBody>
      </p:sp>
      <p:sp>
        <p:nvSpPr>
          <p:cNvPr id="60" name="正方形/長方形 59">
            <a:extLst>
              <a:ext uri="{FF2B5EF4-FFF2-40B4-BE49-F238E27FC236}">
                <a16:creationId xmlns:a16="http://schemas.microsoft.com/office/drawing/2014/main" id="{34C7F5DF-9F29-790F-3034-3EE57E47A296}"/>
              </a:ext>
            </a:extLst>
          </p:cNvPr>
          <p:cNvSpPr/>
          <p:nvPr/>
        </p:nvSpPr>
        <p:spPr>
          <a:xfrm>
            <a:off x="7158851" y="2647230"/>
            <a:ext cx="607647"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a:t>
            </a:r>
          </a:p>
        </p:txBody>
      </p:sp>
      <p:sp>
        <p:nvSpPr>
          <p:cNvPr id="61" name="正方形/長方形 60">
            <a:extLst>
              <a:ext uri="{FF2B5EF4-FFF2-40B4-BE49-F238E27FC236}">
                <a16:creationId xmlns:a16="http://schemas.microsoft.com/office/drawing/2014/main" id="{713AD30A-8BD7-B644-F643-4DE3B05B5CA4}"/>
              </a:ext>
            </a:extLst>
          </p:cNvPr>
          <p:cNvSpPr/>
          <p:nvPr/>
        </p:nvSpPr>
        <p:spPr>
          <a:xfrm>
            <a:off x="7158851" y="3736689"/>
            <a:ext cx="607647"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a:t>
            </a:r>
          </a:p>
        </p:txBody>
      </p:sp>
      <p:sp>
        <p:nvSpPr>
          <p:cNvPr id="62" name="正方形/長方形 61">
            <a:extLst>
              <a:ext uri="{FF2B5EF4-FFF2-40B4-BE49-F238E27FC236}">
                <a16:creationId xmlns:a16="http://schemas.microsoft.com/office/drawing/2014/main" id="{8A60514A-F797-C16E-F5A0-6938E15F6BA8}"/>
              </a:ext>
            </a:extLst>
          </p:cNvPr>
          <p:cNvSpPr/>
          <p:nvPr/>
        </p:nvSpPr>
        <p:spPr>
          <a:xfrm>
            <a:off x="8065658" y="2647230"/>
            <a:ext cx="607647"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a:t>
            </a:r>
          </a:p>
        </p:txBody>
      </p:sp>
      <p:sp>
        <p:nvSpPr>
          <p:cNvPr id="63" name="正方形/長方形 62">
            <a:extLst>
              <a:ext uri="{FF2B5EF4-FFF2-40B4-BE49-F238E27FC236}">
                <a16:creationId xmlns:a16="http://schemas.microsoft.com/office/drawing/2014/main" id="{BC9C14C6-2C4F-F8E8-9515-756A8AEFEE7D}"/>
              </a:ext>
            </a:extLst>
          </p:cNvPr>
          <p:cNvSpPr/>
          <p:nvPr/>
        </p:nvSpPr>
        <p:spPr>
          <a:xfrm>
            <a:off x="8065658" y="3736689"/>
            <a:ext cx="607647"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a:t>
            </a:r>
          </a:p>
        </p:txBody>
      </p:sp>
      <p:sp>
        <p:nvSpPr>
          <p:cNvPr id="65" name="正方形/長方形 64">
            <a:extLst>
              <a:ext uri="{FF2B5EF4-FFF2-40B4-BE49-F238E27FC236}">
                <a16:creationId xmlns:a16="http://schemas.microsoft.com/office/drawing/2014/main" id="{F4A8B324-A6C0-C3A8-D412-E9D1ED5E5949}"/>
              </a:ext>
            </a:extLst>
          </p:cNvPr>
          <p:cNvSpPr/>
          <p:nvPr/>
        </p:nvSpPr>
        <p:spPr>
          <a:xfrm>
            <a:off x="4442783" y="4420126"/>
            <a:ext cx="1505932"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確定</a:t>
            </a:r>
          </a:p>
        </p:txBody>
      </p:sp>
      <p:sp>
        <p:nvSpPr>
          <p:cNvPr id="66" name="正方形/長方形 65">
            <a:extLst>
              <a:ext uri="{FF2B5EF4-FFF2-40B4-BE49-F238E27FC236}">
                <a16:creationId xmlns:a16="http://schemas.microsoft.com/office/drawing/2014/main" id="{6872C7FE-24C5-7118-FACD-DB8469A247C2}"/>
              </a:ext>
            </a:extLst>
          </p:cNvPr>
          <p:cNvSpPr/>
          <p:nvPr/>
        </p:nvSpPr>
        <p:spPr>
          <a:xfrm>
            <a:off x="6243276" y="4420126"/>
            <a:ext cx="1505932" cy="315159"/>
          </a:xfrm>
          <a:prstGeom prst="rect">
            <a:avLst/>
          </a:prstGeom>
          <a:solidFill>
            <a:srgbClr val="00206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終了日時の指定</a:t>
            </a:r>
          </a:p>
        </p:txBody>
      </p:sp>
    </p:spTree>
    <p:extLst>
      <p:ext uri="{BB962C8B-B14F-4D97-AF65-F5344CB8AC3E}">
        <p14:creationId xmlns:p14="http://schemas.microsoft.com/office/powerpoint/2010/main" val="33395881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BCE11-A17B-F2DA-F553-7429F5B8E3C0}"/>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E1CCDD34-6006-0F11-2DFA-5D8C69CEFA8D}"/>
              </a:ext>
            </a:extLst>
          </p:cNvPr>
          <p:cNvPicPr>
            <a:picLocks noChangeAspect="1"/>
          </p:cNvPicPr>
          <p:nvPr/>
        </p:nvPicPr>
        <p:blipFill>
          <a:blip r:embed="rId2"/>
          <a:stretch>
            <a:fillRect/>
          </a:stretch>
        </p:blipFill>
        <p:spPr>
          <a:xfrm>
            <a:off x="0" y="4566"/>
            <a:ext cx="12192000" cy="6848867"/>
          </a:xfrm>
          <a:prstGeom prst="rect">
            <a:avLst/>
          </a:prstGeom>
        </p:spPr>
      </p:pic>
      <p:sp>
        <p:nvSpPr>
          <p:cNvPr id="31" name="正方形/長方形 30">
            <a:extLst>
              <a:ext uri="{FF2B5EF4-FFF2-40B4-BE49-F238E27FC236}">
                <a16:creationId xmlns:a16="http://schemas.microsoft.com/office/drawing/2014/main" id="{ED2EF73F-45DF-E097-E03A-548B96047899}"/>
              </a:ext>
            </a:extLst>
          </p:cNvPr>
          <p:cNvSpPr/>
          <p:nvPr/>
        </p:nvSpPr>
        <p:spPr>
          <a:xfrm>
            <a:off x="4258491" y="1813559"/>
            <a:ext cx="3675017" cy="3230880"/>
          </a:xfrm>
          <a:prstGeom prst="rect">
            <a:avLst/>
          </a:prstGeom>
          <a:solidFill>
            <a:srgbClr val="002060"/>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8D13E7F-9E83-5595-54E4-841E93941882}"/>
              </a:ext>
            </a:extLst>
          </p:cNvPr>
          <p:cNvSpPr txBox="1"/>
          <p:nvPr/>
        </p:nvSpPr>
        <p:spPr>
          <a:xfrm>
            <a:off x="5195751" y="1881051"/>
            <a:ext cx="1800493" cy="369332"/>
          </a:xfrm>
          <a:prstGeom prst="rect">
            <a:avLst/>
          </a:prstGeom>
          <a:noFill/>
        </p:spPr>
        <p:txBody>
          <a:bodyPr wrap="none" rtlCol="0">
            <a:spAutoFit/>
          </a:bodyPr>
          <a:lstStyle/>
          <a:p>
            <a:r>
              <a:rPr kumimoji="1" lang="ja-JP" altLang="en-US" b="1" dirty="0">
                <a:solidFill>
                  <a:srgbClr val="FFC000"/>
                </a:solidFill>
              </a:rPr>
              <a:t>対象期間を設定</a:t>
            </a:r>
          </a:p>
        </p:txBody>
      </p:sp>
      <p:pic>
        <p:nvPicPr>
          <p:cNvPr id="34" name="図 33">
            <a:extLst>
              <a:ext uri="{FF2B5EF4-FFF2-40B4-BE49-F238E27FC236}">
                <a16:creationId xmlns:a16="http://schemas.microsoft.com/office/drawing/2014/main" id="{44CE9C66-896F-1D6C-EB6D-B72A59476AB6}"/>
              </a:ext>
            </a:extLst>
          </p:cNvPr>
          <p:cNvPicPr>
            <a:picLocks noChangeAspect="1"/>
          </p:cNvPicPr>
          <p:nvPr/>
        </p:nvPicPr>
        <p:blipFill>
          <a:blip r:embed="rId3"/>
          <a:stretch>
            <a:fillRect/>
          </a:stretch>
        </p:blipFill>
        <p:spPr>
          <a:xfrm>
            <a:off x="4900444" y="4511417"/>
            <a:ext cx="2391109" cy="447737"/>
          </a:xfrm>
          <a:prstGeom prst="rect">
            <a:avLst/>
          </a:prstGeom>
        </p:spPr>
      </p:pic>
      <p:sp>
        <p:nvSpPr>
          <p:cNvPr id="35" name="テキスト ボックス 34">
            <a:extLst>
              <a:ext uri="{FF2B5EF4-FFF2-40B4-BE49-F238E27FC236}">
                <a16:creationId xmlns:a16="http://schemas.microsoft.com/office/drawing/2014/main" id="{38A60459-79E4-146D-C99F-EE9CB6C4775B}"/>
              </a:ext>
            </a:extLst>
          </p:cNvPr>
          <p:cNvSpPr txBox="1"/>
          <p:nvPr/>
        </p:nvSpPr>
        <p:spPr>
          <a:xfrm>
            <a:off x="4346446" y="2358057"/>
            <a:ext cx="1005403" cy="1323439"/>
          </a:xfrm>
          <a:prstGeom prst="rect">
            <a:avLst/>
          </a:prstGeom>
          <a:noFill/>
        </p:spPr>
        <p:txBody>
          <a:bodyPr wrap="none" rtlCol="0">
            <a:spAutoFit/>
          </a:bodyPr>
          <a:lstStyle/>
          <a:p>
            <a:r>
              <a:rPr kumimoji="1" lang="ja-JP" altLang="en-US" sz="1600" b="1" dirty="0"/>
              <a:t>開始日時</a:t>
            </a:r>
            <a:endParaRPr kumimoji="1" lang="en-US" altLang="ja-JP" sz="1600" b="1" dirty="0"/>
          </a:p>
          <a:p>
            <a:endParaRPr kumimoji="1" lang="en-US" altLang="ja-JP" sz="1600" b="1" dirty="0"/>
          </a:p>
          <a:p>
            <a:endParaRPr kumimoji="1" lang="en-US" altLang="ja-JP" sz="1600" b="1" dirty="0"/>
          </a:p>
          <a:p>
            <a:endParaRPr kumimoji="1" lang="en-US" altLang="ja-JP" sz="1600" b="1" dirty="0"/>
          </a:p>
          <a:p>
            <a:r>
              <a:rPr kumimoji="1" lang="ja-JP" altLang="en-US" sz="1600" b="1" dirty="0"/>
              <a:t>終了日時</a:t>
            </a:r>
          </a:p>
        </p:txBody>
      </p:sp>
      <p:sp>
        <p:nvSpPr>
          <p:cNvPr id="36" name="正方形/長方形 35">
            <a:extLst>
              <a:ext uri="{FF2B5EF4-FFF2-40B4-BE49-F238E27FC236}">
                <a16:creationId xmlns:a16="http://schemas.microsoft.com/office/drawing/2014/main" id="{5086DA8A-E6EF-DC6D-1C8F-D7779A160049}"/>
              </a:ext>
            </a:extLst>
          </p:cNvPr>
          <p:cNvSpPr/>
          <p:nvPr/>
        </p:nvSpPr>
        <p:spPr>
          <a:xfrm>
            <a:off x="4393471" y="2702423"/>
            <a:ext cx="3405051" cy="43185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dirty="0"/>
              <a:t>2026/09/17</a:t>
            </a:r>
            <a:r>
              <a:rPr kumimoji="1" lang="ja-JP" altLang="en-US" dirty="0"/>
              <a:t>　</a:t>
            </a:r>
            <a:r>
              <a:rPr kumimoji="1" lang="en-US" altLang="ja-JP" dirty="0"/>
              <a:t>23:00</a:t>
            </a:r>
            <a:endParaRPr kumimoji="1" lang="ja-JP" altLang="en-US" dirty="0"/>
          </a:p>
        </p:txBody>
      </p:sp>
      <p:sp>
        <p:nvSpPr>
          <p:cNvPr id="37" name="正方形/長方形 36">
            <a:extLst>
              <a:ext uri="{FF2B5EF4-FFF2-40B4-BE49-F238E27FC236}">
                <a16:creationId xmlns:a16="http://schemas.microsoft.com/office/drawing/2014/main" id="{2B181AD5-22C6-0027-055C-81172F1F0218}"/>
              </a:ext>
            </a:extLst>
          </p:cNvPr>
          <p:cNvSpPr/>
          <p:nvPr/>
        </p:nvSpPr>
        <p:spPr>
          <a:xfrm>
            <a:off x="4393471" y="3701679"/>
            <a:ext cx="3405051" cy="43185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dirty="0"/>
              <a:t>2026/09/17</a:t>
            </a:r>
            <a:r>
              <a:rPr kumimoji="1" lang="ja-JP" altLang="en-US" dirty="0"/>
              <a:t>　</a:t>
            </a:r>
            <a:r>
              <a:rPr kumimoji="1" lang="en-US" altLang="ja-JP" dirty="0"/>
              <a:t>23:50</a:t>
            </a:r>
            <a:endParaRPr kumimoji="1" lang="ja-JP" altLang="en-US" dirty="0"/>
          </a:p>
        </p:txBody>
      </p:sp>
    </p:spTree>
    <p:extLst>
      <p:ext uri="{BB962C8B-B14F-4D97-AF65-F5344CB8AC3E}">
        <p14:creationId xmlns:p14="http://schemas.microsoft.com/office/powerpoint/2010/main" val="3931045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77476E82-D936-867B-F2B3-C5772315DB09}"/>
              </a:ext>
            </a:extLst>
          </p:cNvPr>
          <p:cNvPicPr>
            <a:picLocks noChangeAspect="1"/>
          </p:cNvPicPr>
          <p:nvPr/>
        </p:nvPicPr>
        <p:blipFill>
          <a:blip r:embed="rId2"/>
          <a:stretch>
            <a:fillRect/>
          </a:stretch>
        </p:blipFill>
        <p:spPr>
          <a:xfrm>
            <a:off x="0" y="273308"/>
            <a:ext cx="12192000" cy="6311384"/>
          </a:xfrm>
          <a:prstGeom prst="rect">
            <a:avLst/>
          </a:prstGeom>
        </p:spPr>
      </p:pic>
      <p:pic>
        <p:nvPicPr>
          <p:cNvPr id="7" name="図 6">
            <a:extLst>
              <a:ext uri="{FF2B5EF4-FFF2-40B4-BE49-F238E27FC236}">
                <a16:creationId xmlns:a16="http://schemas.microsoft.com/office/drawing/2014/main" id="{B45735DB-270E-DE39-E4AD-3123926D10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0955" y="5305879"/>
            <a:ext cx="167005" cy="167005"/>
          </a:xfrm>
          <a:prstGeom prst="roundRect">
            <a:avLst>
              <a:gd name="adj" fmla="val 8832"/>
            </a:avLst>
          </a:prstGeom>
        </p:spPr>
      </p:pic>
      <p:pic>
        <p:nvPicPr>
          <p:cNvPr id="11" name="図 10">
            <a:extLst>
              <a:ext uri="{FF2B5EF4-FFF2-40B4-BE49-F238E27FC236}">
                <a16:creationId xmlns:a16="http://schemas.microsoft.com/office/drawing/2014/main" id="{AC44120C-05FB-4A45-F090-E5750BB9D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2903" y="872512"/>
            <a:ext cx="246676" cy="246676"/>
          </a:xfrm>
          <a:prstGeom prst="roundRect">
            <a:avLst>
              <a:gd name="adj" fmla="val 8832"/>
            </a:avLst>
          </a:prstGeom>
        </p:spPr>
      </p:pic>
      <p:pic>
        <p:nvPicPr>
          <p:cNvPr id="12" name="図 11">
            <a:extLst>
              <a:ext uri="{FF2B5EF4-FFF2-40B4-BE49-F238E27FC236}">
                <a16:creationId xmlns:a16="http://schemas.microsoft.com/office/drawing/2014/main" id="{3847EB63-7263-6A22-7CFF-71AA5F895C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8738" y="1309403"/>
            <a:ext cx="186362" cy="186362"/>
          </a:xfrm>
          <a:prstGeom prst="roundRect">
            <a:avLst>
              <a:gd name="adj" fmla="val 8832"/>
            </a:avLst>
          </a:prstGeom>
        </p:spPr>
      </p:pic>
      <p:pic>
        <p:nvPicPr>
          <p:cNvPr id="14" name="図 13">
            <a:extLst>
              <a:ext uri="{FF2B5EF4-FFF2-40B4-BE49-F238E27FC236}">
                <a16:creationId xmlns:a16="http://schemas.microsoft.com/office/drawing/2014/main" id="{92A4E42D-1CD1-BFC6-31C7-DE346D49B7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5227" y="299435"/>
            <a:ext cx="345001" cy="345001"/>
          </a:xfrm>
          <a:prstGeom prst="rect">
            <a:avLst/>
          </a:prstGeom>
        </p:spPr>
      </p:pic>
    </p:spTree>
    <p:extLst>
      <p:ext uri="{BB962C8B-B14F-4D97-AF65-F5344CB8AC3E}">
        <p14:creationId xmlns:p14="http://schemas.microsoft.com/office/powerpoint/2010/main" val="36995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EB247DFF-2F95-CFBA-A8F6-6865F9CEB2DE}"/>
              </a:ext>
            </a:extLst>
          </p:cNvPr>
          <p:cNvPicPr>
            <a:picLocks noChangeAspect="1"/>
          </p:cNvPicPr>
          <p:nvPr/>
        </p:nvPicPr>
        <p:blipFill>
          <a:blip r:embed="rId2"/>
          <a:stretch>
            <a:fillRect/>
          </a:stretch>
        </p:blipFill>
        <p:spPr>
          <a:xfrm>
            <a:off x="0" y="291305"/>
            <a:ext cx="12192000" cy="6275390"/>
          </a:xfrm>
          <a:prstGeom prst="rect">
            <a:avLst/>
          </a:prstGeom>
        </p:spPr>
      </p:pic>
      <p:sp>
        <p:nvSpPr>
          <p:cNvPr id="6" name="正方形/長方形 5">
            <a:extLst>
              <a:ext uri="{FF2B5EF4-FFF2-40B4-BE49-F238E27FC236}">
                <a16:creationId xmlns:a16="http://schemas.microsoft.com/office/drawing/2014/main" id="{0D1E66FA-BAD4-6468-2A95-C14F981A601F}"/>
              </a:ext>
            </a:extLst>
          </p:cNvPr>
          <p:cNvSpPr/>
          <p:nvPr/>
        </p:nvSpPr>
        <p:spPr>
          <a:xfrm>
            <a:off x="6187440" y="1234440"/>
            <a:ext cx="3939540" cy="131826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7" name="正方形/長方形 6">
            <a:extLst>
              <a:ext uri="{FF2B5EF4-FFF2-40B4-BE49-F238E27FC236}">
                <a16:creationId xmlns:a16="http://schemas.microsoft.com/office/drawing/2014/main" id="{B13095EB-C710-7AE7-9520-FF67EFB37081}"/>
              </a:ext>
            </a:extLst>
          </p:cNvPr>
          <p:cNvSpPr/>
          <p:nvPr/>
        </p:nvSpPr>
        <p:spPr>
          <a:xfrm>
            <a:off x="6187440" y="769620"/>
            <a:ext cx="3939540" cy="2667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BF5E42E-9814-00D2-F2BC-EAE2B20FA941}"/>
              </a:ext>
            </a:extLst>
          </p:cNvPr>
          <p:cNvSpPr txBox="1"/>
          <p:nvPr/>
        </p:nvSpPr>
        <p:spPr>
          <a:xfrm>
            <a:off x="6187440" y="718304"/>
            <a:ext cx="1338828" cy="369332"/>
          </a:xfrm>
          <a:prstGeom prst="rect">
            <a:avLst/>
          </a:prstGeom>
          <a:noFill/>
        </p:spPr>
        <p:txBody>
          <a:bodyPr wrap="none" rtlCol="0">
            <a:spAutoFit/>
          </a:bodyPr>
          <a:lstStyle/>
          <a:p>
            <a:r>
              <a:rPr kumimoji="1" lang="ja-JP" altLang="en-US" dirty="0"/>
              <a:t>本日の予定</a:t>
            </a:r>
          </a:p>
        </p:txBody>
      </p:sp>
      <p:sp>
        <p:nvSpPr>
          <p:cNvPr id="11" name="正方形/長方形 10">
            <a:extLst>
              <a:ext uri="{FF2B5EF4-FFF2-40B4-BE49-F238E27FC236}">
                <a16:creationId xmlns:a16="http://schemas.microsoft.com/office/drawing/2014/main" id="{22F1C341-992C-C146-7CB0-FB2A05446E6E}"/>
              </a:ext>
            </a:extLst>
          </p:cNvPr>
          <p:cNvSpPr/>
          <p:nvPr/>
        </p:nvSpPr>
        <p:spPr>
          <a:xfrm>
            <a:off x="8157210" y="5395239"/>
            <a:ext cx="3939540" cy="131826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55343086"/>
      </p:ext>
    </p:extLst>
  </p:cSld>
  <p:clrMapOvr>
    <a:masterClrMapping/>
  </p:clrMapOvr>
</p:sld>
</file>

<file path=ppt/theme/theme1.xml><?xml version="1.0" encoding="utf-8"?>
<a:theme xmlns:a="http://schemas.openxmlformats.org/drawingml/2006/main" name="Office Theme">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Noto Sans JP">
      <a:majorFont>
        <a:latin typeface="Noto Sans JP"/>
        <a:ea typeface="Noto Sans JP"/>
        <a:cs typeface=""/>
      </a:majorFont>
      <a:minorFont>
        <a:latin typeface="Noto Sans JP"/>
        <a:ea typeface="Noto Sans JP"/>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13301</TotalTime>
  <Words>2229</Words>
  <Application>Microsoft Office PowerPoint</Application>
  <PresentationFormat>ワイド画面</PresentationFormat>
  <Paragraphs>674</Paragraphs>
  <Slides>40</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40</vt:i4>
      </vt:variant>
    </vt:vector>
  </HeadingPairs>
  <TitlesOfParts>
    <vt:vector size="43" baseType="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佳幸 島田</dc:creator>
  <cp:lastModifiedBy>佳幸 島田</cp:lastModifiedBy>
  <cp:revision>10</cp:revision>
  <dcterms:created xsi:type="dcterms:W3CDTF">2026-03-28T11:06:33Z</dcterms:created>
  <dcterms:modified xsi:type="dcterms:W3CDTF">2026-09-23T15:45:25Z</dcterms:modified>
</cp:coreProperties>
</file>